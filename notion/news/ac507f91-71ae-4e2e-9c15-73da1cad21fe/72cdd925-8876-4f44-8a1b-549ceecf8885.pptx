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56" r:id="rId2"/>
    <p:sldId id="257" r:id="rId3"/>
    <p:sldId id="259" r:id="rId4"/>
    <p:sldId id="260" r:id="rId5"/>
    <p:sldId id="261" r:id="rId6"/>
    <p:sldId id="262" r:id="rId7"/>
    <p:sldId id="264" r:id="rId8"/>
    <p:sldId id="265" r:id="rId9"/>
    <p:sldId id="267" r:id="rId10"/>
    <p:sldId id="266" r:id="rId1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1404"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99" name="Google Shape;99;p4: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05" name="Google Shape;105;p5: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11" name="Google Shape;111;p6: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17" name="Google Shape;117;p7: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32" name="Google Shape;132;p9: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44" name="Google Shape;144;p10: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e08c6a459_0_0: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0" name="Google Shape;150;g3e08c6a45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lstStyle>
            <a:lvl1pPr marR="0" lvl="0" algn="ctr" rtl="0">
              <a:spcBef>
                <a:spcPts val="640"/>
              </a:spcBef>
              <a:spcAft>
                <a:spcPts val="0"/>
              </a:spcAft>
              <a:buClr>
                <a:srgbClr val="888A9C"/>
              </a:buClr>
              <a:buSzPts val="3200"/>
              <a:buFont typeface="Arial"/>
              <a:buNone/>
              <a:defRPr sz="3200" b="0" i="0" u="none" strike="noStrike" cap="none">
                <a:solidFill>
                  <a:srgbClr val="888A9C"/>
                </a:solidFill>
                <a:latin typeface="Calibri"/>
                <a:ea typeface="Calibri"/>
                <a:cs typeface="Calibri"/>
                <a:sym typeface="Calibri"/>
              </a:defRPr>
            </a:lvl1pPr>
            <a:lvl2pPr marR="0" lvl="1" algn="ctr" rtl="0">
              <a:spcBef>
                <a:spcPts val="560"/>
              </a:spcBef>
              <a:spcAft>
                <a:spcPts val="0"/>
              </a:spcAft>
              <a:buClr>
                <a:srgbClr val="888A9C"/>
              </a:buClr>
              <a:buSzPts val="2800"/>
              <a:buFont typeface="Arial"/>
              <a:buNone/>
              <a:defRPr sz="2800" b="0" i="0" u="none" strike="noStrike" cap="none">
                <a:solidFill>
                  <a:srgbClr val="888A9C"/>
                </a:solidFill>
                <a:latin typeface="Calibri"/>
                <a:ea typeface="Calibri"/>
                <a:cs typeface="Calibri"/>
                <a:sym typeface="Calibri"/>
              </a:defRPr>
            </a:lvl2pPr>
            <a:lvl3pPr marR="0" lvl="2" algn="ctr" rtl="0">
              <a:spcBef>
                <a:spcPts val="480"/>
              </a:spcBef>
              <a:spcAft>
                <a:spcPts val="0"/>
              </a:spcAft>
              <a:buClr>
                <a:srgbClr val="888A9C"/>
              </a:buClr>
              <a:buSzPts val="2400"/>
              <a:buFont typeface="Arial"/>
              <a:buNone/>
              <a:defRPr sz="2400" b="0" i="0" u="none" strike="noStrike" cap="none">
                <a:solidFill>
                  <a:srgbClr val="888A9C"/>
                </a:solidFill>
                <a:latin typeface="Calibri"/>
                <a:ea typeface="Calibri"/>
                <a:cs typeface="Calibri"/>
                <a:sym typeface="Calibri"/>
              </a:defRPr>
            </a:lvl3pPr>
            <a:lvl4pPr marR="0" lvl="3" algn="ctr" rtl="0">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4pPr>
            <a:lvl5pPr marR="0" lvl="4" algn="ctr" rtl="0">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5pPr>
            <a:lvl6pPr marR="0" lvl="5" algn="ctr" rtl="0">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6pPr>
            <a:lvl7pPr marR="0" lvl="6" algn="ctr" rtl="0">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7pPr>
            <a:lvl8pPr marR="0" lvl="7" algn="ctr" rtl="0">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8pPr>
            <a:lvl9pPr marR="0" lvl="8" algn="ctr" rtl="0">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9pPr>
          </a:lstStyle>
          <a:p>
            <a:endParaRPr/>
          </a:p>
        </p:txBody>
      </p:sp>
      <p:sp>
        <p:nvSpPr>
          <p:cNvPr id="14" name="Google Shape;14;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A9C"/>
                </a:solidFill>
                <a:latin typeface="Calibri"/>
                <a:ea typeface="Calibri"/>
                <a:cs typeface="Calibri"/>
                <a:sym typeface="Calibri"/>
              </a:defRPr>
            </a:lvl1pPr>
            <a:lvl2pPr marL="0" marR="0" lvl="1" indent="0" algn="r" rtl="0">
              <a:spcBef>
                <a:spcPts val="0"/>
              </a:spcBef>
              <a:buNone/>
              <a:defRPr sz="1200" b="0" i="0" u="none" strike="noStrike" cap="none">
                <a:solidFill>
                  <a:srgbClr val="888A9C"/>
                </a:solidFill>
                <a:latin typeface="Calibri"/>
                <a:ea typeface="Calibri"/>
                <a:cs typeface="Calibri"/>
                <a:sym typeface="Calibri"/>
              </a:defRPr>
            </a:lvl2pPr>
            <a:lvl3pPr marL="0" marR="0" lvl="2" indent="0" algn="r" rtl="0">
              <a:spcBef>
                <a:spcPts val="0"/>
              </a:spcBef>
              <a:buNone/>
              <a:defRPr sz="1200" b="0" i="0" u="none" strike="noStrike" cap="none">
                <a:solidFill>
                  <a:srgbClr val="888A9C"/>
                </a:solidFill>
                <a:latin typeface="Calibri"/>
                <a:ea typeface="Calibri"/>
                <a:cs typeface="Calibri"/>
                <a:sym typeface="Calibri"/>
              </a:defRPr>
            </a:lvl3pPr>
            <a:lvl4pPr marL="0" marR="0" lvl="3" indent="0" algn="r" rtl="0">
              <a:spcBef>
                <a:spcPts val="0"/>
              </a:spcBef>
              <a:buNone/>
              <a:defRPr sz="1200" b="0" i="0" u="none" strike="noStrike" cap="none">
                <a:solidFill>
                  <a:srgbClr val="888A9C"/>
                </a:solidFill>
                <a:latin typeface="Calibri"/>
                <a:ea typeface="Calibri"/>
                <a:cs typeface="Calibri"/>
                <a:sym typeface="Calibri"/>
              </a:defRPr>
            </a:lvl4pPr>
            <a:lvl5pPr marL="0" marR="0" lvl="4" indent="0" algn="r" rtl="0">
              <a:spcBef>
                <a:spcPts val="0"/>
              </a:spcBef>
              <a:buNone/>
              <a:defRPr sz="1200" b="0" i="0" u="none" strike="noStrike" cap="none">
                <a:solidFill>
                  <a:srgbClr val="888A9C"/>
                </a:solidFill>
                <a:latin typeface="Calibri"/>
                <a:ea typeface="Calibri"/>
                <a:cs typeface="Calibri"/>
                <a:sym typeface="Calibri"/>
              </a:defRPr>
            </a:lvl5pPr>
            <a:lvl6pPr marL="0" marR="0" lvl="5" indent="0" algn="r" rtl="0">
              <a:spcBef>
                <a:spcPts val="0"/>
              </a:spcBef>
              <a:buNone/>
              <a:defRPr sz="1200" b="0" i="0" u="none" strike="noStrike" cap="none">
                <a:solidFill>
                  <a:srgbClr val="888A9C"/>
                </a:solidFill>
                <a:latin typeface="Calibri"/>
                <a:ea typeface="Calibri"/>
                <a:cs typeface="Calibri"/>
                <a:sym typeface="Calibri"/>
              </a:defRPr>
            </a:lvl6pPr>
            <a:lvl7pPr marL="0" marR="0" lvl="6" indent="0" algn="r" rtl="0">
              <a:spcBef>
                <a:spcPts val="0"/>
              </a:spcBef>
              <a:buNone/>
              <a:defRPr sz="1200" b="0" i="0" u="none" strike="noStrike" cap="none">
                <a:solidFill>
                  <a:srgbClr val="888A9C"/>
                </a:solidFill>
                <a:latin typeface="Calibri"/>
                <a:ea typeface="Calibri"/>
                <a:cs typeface="Calibri"/>
                <a:sym typeface="Calibri"/>
              </a:defRPr>
            </a:lvl7pPr>
            <a:lvl8pPr marL="0" marR="0" lvl="7" indent="0" algn="r" rtl="0">
              <a:spcBef>
                <a:spcPts val="0"/>
              </a:spcBef>
              <a:buNone/>
              <a:defRPr sz="1200" b="0" i="0" u="none" strike="noStrike" cap="none">
                <a:solidFill>
                  <a:srgbClr val="888A9C"/>
                </a:solidFill>
                <a:latin typeface="Calibri"/>
                <a:ea typeface="Calibri"/>
                <a:cs typeface="Calibri"/>
                <a:sym typeface="Calibri"/>
              </a:defRPr>
            </a:lvl8pPr>
            <a:lvl9pPr marL="0" marR="0" lvl="8" indent="0" algn="r" rtl="0">
              <a:spcBef>
                <a:spcPts val="0"/>
              </a:spcBef>
              <a:buNone/>
              <a:defRPr sz="1200" b="0" i="0" u="none" strike="noStrike" cap="none">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 name="Google Shape;19;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 name="Google Shape;22;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A9C"/>
                </a:solidFill>
                <a:latin typeface="Calibri"/>
                <a:ea typeface="Calibri"/>
                <a:cs typeface="Calibri"/>
                <a:sym typeface="Calibri"/>
              </a:defRPr>
            </a:lvl1pPr>
            <a:lvl2pPr marL="0" marR="0" lvl="1" indent="0" algn="r" rtl="0">
              <a:spcBef>
                <a:spcPts val="0"/>
              </a:spcBef>
              <a:buNone/>
              <a:defRPr sz="1200" b="0" i="0" u="none" strike="noStrike" cap="none">
                <a:solidFill>
                  <a:srgbClr val="888A9C"/>
                </a:solidFill>
                <a:latin typeface="Calibri"/>
                <a:ea typeface="Calibri"/>
                <a:cs typeface="Calibri"/>
                <a:sym typeface="Calibri"/>
              </a:defRPr>
            </a:lvl2pPr>
            <a:lvl3pPr marL="0" marR="0" lvl="2" indent="0" algn="r" rtl="0">
              <a:spcBef>
                <a:spcPts val="0"/>
              </a:spcBef>
              <a:buNone/>
              <a:defRPr sz="1200" b="0" i="0" u="none" strike="noStrike" cap="none">
                <a:solidFill>
                  <a:srgbClr val="888A9C"/>
                </a:solidFill>
                <a:latin typeface="Calibri"/>
                <a:ea typeface="Calibri"/>
                <a:cs typeface="Calibri"/>
                <a:sym typeface="Calibri"/>
              </a:defRPr>
            </a:lvl3pPr>
            <a:lvl4pPr marL="0" marR="0" lvl="3" indent="0" algn="r" rtl="0">
              <a:spcBef>
                <a:spcPts val="0"/>
              </a:spcBef>
              <a:buNone/>
              <a:defRPr sz="1200" b="0" i="0" u="none" strike="noStrike" cap="none">
                <a:solidFill>
                  <a:srgbClr val="888A9C"/>
                </a:solidFill>
                <a:latin typeface="Calibri"/>
                <a:ea typeface="Calibri"/>
                <a:cs typeface="Calibri"/>
                <a:sym typeface="Calibri"/>
              </a:defRPr>
            </a:lvl4pPr>
            <a:lvl5pPr marL="0" marR="0" lvl="4" indent="0" algn="r" rtl="0">
              <a:spcBef>
                <a:spcPts val="0"/>
              </a:spcBef>
              <a:buNone/>
              <a:defRPr sz="1200" b="0" i="0" u="none" strike="noStrike" cap="none">
                <a:solidFill>
                  <a:srgbClr val="888A9C"/>
                </a:solidFill>
                <a:latin typeface="Calibri"/>
                <a:ea typeface="Calibri"/>
                <a:cs typeface="Calibri"/>
                <a:sym typeface="Calibri"/>
              </a:defRPr>
            </a:lvl5pPr>
            <a:lvl6pPr marL="0" marR="0" lvl="5" indent="0" algn="r" rtl="0">
              <a:spcBef>
                <a:spcPts val="0"/>
              </a:spcBef>
              <a:buNone/>
              <a:defRPr sz="1200" b="0" i="0" u="none" strike="noStrike" cap="none">
                <a:solidFill>
                  <a:srgbClr val="888A9C"/>
                </a:solidFill>
                <a:latin typeface="Calibri"/>
                <a:ea typeface="Calibri"/>
                <a:cs typeface="Calibri"/>
                <a:sym typeface="Calibri"/>
              </a:defRPr>
            </a:lvl6pPr>
            <a:lvl7pPr marL="0" marR="0" lvl="6" indent="0" algn="r" rtl="0">
              <a:spcBef>
                <a:spcPts val="0"/>
              </a:spcBef>
              <a:buNone/>
              <a:defRPr sz="1200" b="0" i="0" u="none" strike="noStrike" cap="none">
                <a:solidFill>
                  <a:srgbClr val="888A9C"/>
                </a:solidFill>
                <a:latin typeface="Calibri"/>
                <a:ea typeface="Calibri"/>
                <a:cs typeface="Calibri"/>
                <a:sym typeface="Calibri"/>
              </a:defRPr>
            </a:lvl7pPr>
            <a:lvl8pPr marL="0" marR="0" lvl="7" indent="0" algn="r" rtl="0">
              <a:spcBef>
                <a:spcPts val="0"/>
              </a:spcBef>
              <a:buNone/>
              <a:defRPr sz="1200" b="0" i="0" u="none" strike="noStrike" cap="none">
                <a:solidFill>
                  <a:srgbClr val="888A9C"/>
                </a:solidFill>
                <a:latin typeface="Calibri"/>
                <a:ea typeface="Calibri"/>
                <a:cs typeface="Calibri"/>
                <a:sym typeface="Calibri"/>
              </a:defRPr>
            </a:lvl8pPr>
            <a:lvl9pPr marL="0" marR="0" lvl="8" indent="0" algn="r" rtl="0">
              <a:spcBef>
                <a:spcPts val="0"/>
              </a:spcBef>
              <a:buNone/>
              <a:defRPr sz="1200" b="0" i="0" u="none" strike="noStrike" cap="none">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lstStyle>
            <a:lvl1pPr marR="0" lvl="0" algn="l" rtl="0">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 name="Google Shape;25;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lstStyle>
            <a:lvl1pPr marL="457200" marR="0" lvl="0" indent="-228600" algn="l" rtl="0">
              <a:spcBef>
                <a:spcPts val="400"/>
              </a:spcBef>
              <a:spcAft>
                <a:spcPts val="0"/>
              </a:spcAft>
              <a:buClr>
                <a:srgbClr val="888A9C"/>
              </a:buClr>
              <a:buSzPts val="2000"/>
              <a:buFont typeface="Arial"/>
              <a:buNone/>
              <a:defRPr sz="2000" b="0" i="0" u="none" strike="noStrike" cap="none">
                <a:solidFill>
                  <a:srgbClr val="888A9C"/>
                </a:solidFill>
                <a:latin typeface="Calibri"/>
                <a:ea typeface="Calibri"/>
                <a:cs typeface="Calibri"/>
                <a:sym typeface="Calibri"/>
              </a:defRPr>
            </a:lvl1pPr>
            <a:lvl2pPr marL="914400" marR="0" lvl="1" indent="-228600" algn="l" rtl="0">
              <a:spcBef>
                <a:spcPts val="360"/>
              </a:spcBef>
              <a:spcAft>
                <a:spcPts val="0"/>
              </a:spcAft>
              <a:buClr>
                <a:srgbClr val="888A9C"/>
              </a:buClr>
              <a:buSzPts val="1800"/>
              <a:buFont typeface="Arial"/>
              <a:buNone/>
              <a:defRPr sz="1800" b="0" i="0" u="none" strike="noStrike" cap="none">
                <a:solidFill>
                  <a:srgbClr val="888A9C"/>
                </a:solidFill>
                <a:latin typeface="Calibri"/>
                <a:ea typeface="Calibri"/>
                <a:cs typeface="Calibri"/>
                <a:sym typeface="Calibri"/>
              </a:defRPr>
            </a:lvl2pPr>
            <a:lvl3pPr marL="1371600" marR="0" lvl="2" indent="-228600" algn="l" rtl="0">
              <a:spcBef>
                <a:spcPts val="320"/>
              </a:spcBef>
              <a:spcAft>
                <a:spcPts val="0"/>
              </a:spcAft>
              <a:buClr>
                <a:srgbClr val="888A9C"/>
              </a:buClr>
              <a:buSzPts val="1600"/>
              <a:buFont typeface="Arial"/>
              <a:buNone/>
              <a:defRPr sz="1600" b="0" i="0" u="none" strike="noStrike" cap="none">
                <a:solidFill>
                  <a:srgbClr val="888A9C"/>
                </a:solidFill>
                <a:latin typeface="Calibri"/>
                <a:ea typeface="Calibri"/>
                <a:cs typeface="Calibri"/>
                <a:sym typeface="Calibri"/>
              </a:defRPr>
            </a:lvl3pPr>
            <a:lvl4pPr marL="1828800" marR="0" lvl="3" indent="-228600" algn="l" rtl="0">
              <a:spcBef>
                <a:spcPts val="280"/>
              </a:spcBef>
              <a:spcAft>
                <a:spcPts val="0"/>
              </a:spcAft>
              <a:buClr>
                <a:srgbClr val="888A9C"/>
              </a:buClr>
              <a:buSzPts val="1400"/>
              <a:buFont typeface="Arial"/>
              <a:buNone/>
              <a:defRPr sz="1400" b="0" i="0" u="none" strike="noStrike" cap="none">
                <a:solidFill>
                  <a:srgbClr val="888A9C"/>
                </a:solidFill>
                <a:latin typeface="Calibri"/>
                <a:ea typeface="Calibri"/>
                <a:cs typeface="Calibri"/>
                <a:sym typeface="Calibri"/>
              </a:defRPr>
            </a:lvl4pPr>
            <a:lvl5pPr marL="2286000" marR="0" lvl="4" indent="-228600" algn="l" rtl="0">
              <a:spcBef>
                <a:spcPts val="280"/>
              </a:spcBef>
              <a:spcAft>
                <a:spcPts val="0"/>
              </a:spcAft>
              <a:buClr>
                <a:srgbClr val="888A9C"/>
              </a:buClr>
              <a:buSzPts val="1400"/>
              <a:buFont typeface="Arial"/>
              <a:buNone/>
              <a:defRPr sz="1400" b="0" i="0" u="none" strike="noStrike" cap="none">
                <a:solidFill>
                  <a:srgbClr val="888A9C"/>
                </a:solidFill>
                <a:latin typeface="Calibri"/>
                <a:ea typeface="Calibri"/>
                <a:cs typeface="Calibri"/>
                <a:sym typeface="Calibri"/>
              </a:defRPr>
            </a:lvl5pPr>
            <a:lvl6pPr marL="2743200" marR="0" lvl="5" indent="-228600" algn="l" rtl="0">
              <a:spcBef>
                <a:spcPts val="280"/>
              </a:spcBef>
              <a:spcAft>
                <a:spcPts val="0"/>
              </a:spcAft>
              <a:buClr>
                <a:srgbClr val="888A9C"/>
              </a:buClr>
              <a:buSzPts val="1400"/>
              <a:buFont typeface="Arial"/>
              <a:buNone/>
              <a:defRPr sz="1400" b="0" i="0" u="none" strike="noStrike" cap="none">
                <a:solidFill>
                  <a:srgbClr val="888A9C"/>
                </a:solidFill>
                <a:latin typeface="Calibri"/>
                <a:ea typeface="Calibri"/>
                <a:cs typeface="Calibri"/>
                <a:sym typeface="Calibri"/>
              </a:defRPr>
            </a:lvl6pPr>
            <a:lvl7pPr marL="3200400" marR="0" lvl="6" indent="-228600" algn="l" rtl="0">
              <a:spcBef>
                <a:spcPts val="280"/>
              </a:spcBef>
              <a:spcAft>
                <a:spcPts val="0"/>
              </a:spcAft>
              <a:buClr>
                <a:srgbClr val="888A9C"/>
              </a:buClr>
              <a:buSzPts val="1400"/>
              <a:buFont typeface="Arial"/>
              <a:buNone/>
              <a:defRPr sz="1400" b="0" i="0" u="none" strike="noStrike" cap="none">
                <a:solidFill>
                  <a:srgbClr val="888A9C"/>
                </a:solidFill>
                <a:latin typeface="Calibri"/>
                <a:ea typeface="Calibri"/>
                <a:cs typeface="Calibri"/>
                <a:sym typeface="Calibri"/>
              </a:defRPr>
            </a:lvl7pPr>
            <a:lvl8pPr marL="3657600" marR="0" lvl="7" indent="-228600" algn="l" rtl="0">
              <a:spcBef>
                <a:spcPts val="280"/>
              </a:spcBef>
              <a:spcAft>
                <a:spcPts val="0"/>
              </a:spcAft>
              <a:buClr>
                <a:srgbClr val="888A9C"/>
              </a:buClr>
              <a:buSzPts val="1400"/>
              <a:buFont typeface="Arial"/>
              <a:buNone/>
              <a:defRPr sz="1400" b="0" i="0" u="none" strike="noStrike" cap="none">
                <a:solidFill>
                  <a:srgbClr val="888A9C"/>
                </a:solidFill>
                <a:latin typeface="Calibri"/>
                <a:ea typeface="Calibri"/>
                <a:cs typeface="Calibri"/>
                <a:sym typeface="Calibri"/>
              </a:defRPr>
            </a:lvl8pPr>
            <a:lvl9pPr marL="4114800" marR="0" lvl="8" indent="-228600" algn="l" rtl="0">
              <a:spcBef>
                <a:spcPts val="280"/>
              </a:spcBef>
              <a:spcAft>
                <a:spcPts val="0"/>
              </a:spcAft>
              <a:buClr>
                <a:srgbClr val="888A9C"/>
              </a:buClr>
              <a:buSzPts val="1400"/>
              <a:buFont typeface="Arial"/>
              <a:buNone/>
              <a:defRPr sz="1400" b="0" i="0" u="none" strike="noStrike" cap="none">
                <a:solidFill>
                  <a:srgbClr val="888A9C"/>
                </a:solidFill>
                <a:latin typeface="Calibri"/>
                <a:ea typeface="Calibri"/>
                <a:cs typeface="Calibri"/>
                <a:sym typeface="Calibri"/>
              </a:defRPr>
            </a:lvl9pPr>
          </a:lstStyle>
          <a:p>
            <a:endParaRPr/>
          </a:p>
        </p:txBody>
      </p:sp>
      <p:sp>
        <p:nvSpPr>
          <p:cNvPr id="26" name="Google Shape;26;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 name="Google Shape;28;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A9C"/>
                </a:solidFill>
                <a:latin typeface="Calibri"/>
                <a:ea typeface="Calibri"/>
                <a:cs typeface="Calibri"/>
                <a:sym typeface="Calibri"/>
              </a:defRPr>
            </a:lvl1pPr>
            <a:lvl2pPr marL="0" marR="0" lvl="1" indent="0" algn="r" rtl="0">
              <a:spcBef>
                <a:spcPts val="0"/>
              </a:spcBef>
              <a:buNone/>
              <a:defRPr sz="1200">
                <a:solidFill>
                  <a:srgbClr val="888A9C"/>
                </a:solidFill>
                <a:latin typeface="Calibri"/>
                <a:ea typeface="Calibri"/>
                <a:cs typeface="Calibri"/>
                <a:sym typeface="Calibri"/>
              </a:defRPr>
            </a:lvl2pPr>
            <a:lvl3pPr marL="0" marR="0" lvl="2" indent="0" algn="r" rtl="0">
              <a:spcBef>
                <a:spcPts val="0"/>
              </a:spcBef>
              <a:buNone/>
              <a:defRPr sz="1200">
                <a:solidFill>
                  <a:srgbClr val="888A9C"/>
                </a:solidFill>
                <a:latin typeface="Calibri"/>
                <a:ea typeface="Calibri"/>
                <a:cs typeface="Calibri"/>
                <a:sym typeface="Calibri"/>
              </a:defRPr>
            </a:lvl3pPr>
            <a:lvl4pPr marL="0" marR="0" lvl="3" indent="0" algn="r" rtl="0">
              <a:spcBef>
                <a:spcPts val="0"/>
              </a:spcBef>
              <a:buNone/>
              <a:defRPr sz="1200">
                <a:solidFill>
                  <a:srgbClr val="888A9C"/>
                </a:solidFill>
                <a:latin typeface="Calibri"/>
                <a:ea typeface="Calibri"/>
                <a:cs typeface="Calibri"/>
                <a:sym typeface="Calibri"/>
              </a:defRPr>
            </a:lvl4pPr>
            <a:lvl5pPr marL="0" marR="0" lvl="4" indent="0" algn="r" rtl="0">
              <a:spcBef>
                <a:spcPts val="0"/>
              </a:spcBef>
              <a:buNone/>
              <a:defRPr sz="1200">
                <a:solidFill>
                  <a:srgbClr val="888A9C"/>
                </a:solidFill>
                <a:latin typeface="Calibri"/>
                <a:ea typeface="Calibri"/>
                <a:cs typeface="Calibri"/>
                <a:sym typeface="Calibri"/>
              </a:defRPr>
            </a:lvl5pPr>
            <a:lvl6pPr marL="0" marR="0" lvl="5" indent="0" algn="r" rtl="0">
              <a:spcBef>
                <a:spcPts val="0"/>
              </a:spcBef>
              <a:buNone/>
              <a:defRPr sz="1200">
                <a:solidFill>
                  <a:srgbClr val="888A9C"/>
                </a:solidFill>
                <a:latin typeface="Calibri"/>
                <a:ea typeface="Calibri"/>
                <a:cs typeface="Calibri"/>
                <a:sym typeface="Calibri"/>
              </a:defRPr>
            </a:lvl6pPr>
            <a:lvl7pPr marL="0" marR="0" lvl="6" indent="0" algn="r" rtl="0">
              <a:spcBef>
                <a:spcPts val="0"/>
              </a:spcBef>
              <a:buNone/>
              <a:defRPr sz="1200">
                <a:solidFill>
                  <a:srgbClr val="888A9C"/>
                </a:solidFill>
                <a:latin typeface="Calibri"/>
                <a:ea typeface="Calibri"/>
                <a:cs typeface="Calibri"/>
                <a:sym typeface="Calibri"/>
              </a:defRPr>
            </a:lvl7pPr>
            <a:lvl8pPr marL="0" marR="0" lvl="7" indent="0" algn="r" rtl="0">
              <a:spcBef>
                <a:spcPts val="0"/>
              </a:spcBef>
              <a:buNone/>
              <a:defRPr sz="1200">
                <a:solidFill>
                  <a:srgbClr val="888A9C"/>
                </a:solidFill>
                <a:latin typeface="Calibri"/>
                <a:ea typeface="Calibri"/>
                <a:cs typeface="Calibri"/>
                <a:sym typeface="Calibri"/>
              </a:defRPr>
            </a:lvl8pPr>
            <a:lvl9pPr marL="0" marR="0" lvl="8" indent="0" algn="r" rtl="0">
              <a:spcBef>
                <a:spcPts val="0"/>
              </a:spcBef>
              <a:buNone/>
              <a:defRPr sz="1200">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1" name="Google Shape;31;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 name="Google Shape;32;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 name="Google Shape;33;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A9C"/>
                </a:solidFill>
                <a:latin typeface="Calibri"/>
                <a:ea typeface="Calibri"/>
                <a:cs typeface="Calibri"/>
                <a:sym typeface="Calibri"/>
              </a:defRPr>
            </a:lvl1pPr>
            <a:lvl2pPr marL="0" marR="0" lvl="1" indent="0" algn="r" rtl="0">
              <a:spcBef>
                <a:spcPts val="0"/>
              </a:spcBef>
              <a:buNone/>
              <a:defRPr sz="1200">
                <a:solidFill>
                  <a:srgbClr val="888A9C"/>
                </a:solidFill>
                <a:latin typeface="Calibri"/>
                <a:ea typeface="Calibri"/>
                <a:cs typeface="Calibri"/>
                <a:sym typeface="Calibri"/>
              </a:defRPr>
            </a:lvl2pPr>
            <a:lvl3pPr marL="0" marR="0" lvl="2" indent="0" algn="r" rtl="0">
              <a:spcBef>
                <a:spcPts val="0"/>
              </a:spcBef>
              <a:buNone/>
              <a:defRPr sz="1200">
                <a:solidFill>
                  <a:srgbClr val="888A9C"/>
                </a:solidFill>
                <a:latin typeface="Calibri"/>
                <a:ea typeface="Calibri"/>
                <a:cs typeface="Calibri"/>
                <a:sym typeface="Calibri"/>
              </a:defRPr>
            </a:lvl3pPr>
            <a:lvl4pPr marL="0" marR="0" lvl="3" indent="0" algn="r" rtl="0">
              <a:spcBef>
                <a:spcPts val="0"/>
              </a:spcBef>
              <a:buNone/>
              <a:defRPr sz="1200">
                <a:solidFill>
                  <a:srgbClr val="888A9C"/>
                </a:solidFill>
                <a:latin typeface="Calibri"/>
                <a:ea typeface="Calibri"/>
                <a:cs typeface="Calibri"/>
                <a:sym typeface="Calibri"/>
              </a:defRPr>
            </a:lvl4pPr>
            <a:lvl5pPr marL="0" marR="0" lvl="4" indent="0" algn="r" rtl="0">
              <a:spcBef>
                <a:spcPts val="0"/>
              </a:spcBef>
              <a:buNone/>
              <a:defRPr sz="1200">
                <a:solidFill>
                  <a:srgbClr val="888A9C"/>
                </a:solidFill>
                <a:latin typeface="Calibri"/>
                <a:ea typeface="Calibri"/>
                <a:cs typeface="Calibri"/>
                <a:sym typeface="Calibri"/>
              </a:defRPr>
            </a:lvl5pPr>
            <a:lvl6pPr marL="0" marR="0" lvl="5" indent="0" algn="r" rtl="0">
              <a:spcBef>
                <a:spcPts val="0"/>
              </a:spcBef>
              <a:buNone/>
              <a:defRPr sz="1200">
                <a:solidFill>
                  <a:srgbClr val="888A9C"/>
                </a:solidFill>
                <a:latin typeface="Calibri"/>
                <a:ea typeface="Calibri"/>
                <a:cs typeface="Calibri"/>
                <a:sym typeface="Calibri"/>
              </a:defRPr>
            </a:lvl6pPr>
            <a:lvl7pPr marL="0" marR="0" lvl="6" indent="0" algn="r" rtl="0">
              <a:spcBef>
                <a:spcPts val="0"/>
              </a:spcBef>
              <a:buNone/>
              <a:defRPr sz="1200">
                <a:solidFill>
                  <a:srgbClr val="888A9C"/>
                </a:solidFill>
                <a:latin typeface="Calibri"/>
                <a:ea typeface="Calibri"/>
                <a:cs typeface="Calibri"/>
                <a:sym typeface="Calibri"/>
              </a:defRPr>
            </a:lvl7pPr>
            <a:lvl8pPr marL="0" marR="0" lvl="7" indent="0" algn="r" rtl="0">
              <a:spcBef>
                <a:spcPts val="0"/>
              </a:spcBef>
              <a:buNone/>
              <a:defRPr sz="1200">
                <a:solidFill>
                  <a:srgbClr val="888A9C"/>
                </a:solidFill>
                <a:latin typeface="Calibri"/>
                <a:ea typeface="Calibri"/>
                <a:cs typeface="Calibri"/>
                <a:sym typeface="Calibri"/>
              </a:defRPr>
            </a:lvl8pPr>
            <a:lvl9pPr marL="0" marR="0" lvl="8" indent="0" algn="r" rtl="0">
              <a:spcBef>
                <a:spcPts val="0"/>
              </a:spcBef>
              <a:buNone/>
              <a:defRPr sz="1200">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8" name="Google Shape;38;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9" name="Google Shape;39;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0" name="Google Shape;40;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A9C"/>
                </a:solidFill>
                <a:latin typeface="Calibri"/>
                <a:ea typeface="Calibri"/>
                <a:cs typeface="Calibri"/>
                <a:sym typeface="Calibri"/>
              </a:defRPr>
            </a:lvl1pPr>
            <a:lvl2pPr marL="0" marR="0" lvl="1" indent="0" algn="r" rtl="0">
              <a:spcBef>
                <a:spcPts val="0"/>
              </a:spcBef>
              <a:buNone/>
              <a:defRPr sz="1200">
                <a:solidFill>
                  <a:srgbClr val="888A9C"/>
                </a:solidFill>
                <a:latin typeface="Calibri"/>
                <a:ea typeface="Calibri"/>
                <a:cs typeface="Calibri"/>
                <a:sym typeface="Calibri"/>
              </a:defRPr>
            </a:lvl2pPr>
            <a:lvl3pPr marL="0" marR="0" lvl="2" indent="0" algn="r" rtl="0">
              <a:spcBef>
                <a:spcPts val="0"/>
              </a:spcBef>
              <a:buNone/>
              <a:defRPr sz="1200">
                <a:solidFill>
                  <a:srgbClr val="888A9C"/>
                </a:solidFill>
                <a:latin typeface="Calibri"/>
                <a:ea typeface="Calibri"/>
                <a:cs typeface="Calibri"/>
                <a:sym typeface="Calibri"/>
              </a:defRPr>
            </a:lvl3pPr>
            <a:lvl4pPr marL="0" marR="0" lvl="3" indent="0" algn="r" rtl="0">
              <a:spcBef>
                <a:spcPts val="0"/>
              </a:spcBef>
              <a:buNone/>
              <a:defRPr sz="1200">
                <a:solidFill>
                  <a:srgbClr val="888A9C"/>
                </a:solidFill>
                <a:latin typeface="Calibri"/>
                <a:ea typeface="Calibri"/>
                <a:cs typeface="Calibri"/>
                <a:sym typeface="Calibri"/>
              </a:defRPr>
            </a:lvl4pPr>
            <a:lvl5pPr marL="0" marR="0" lvl="4" indent="0" algn="r" rtl="0">
              <a:spcBef>
                <a:spcPts val="0"/>
              </a:spcBef>
              <a:buNone/>
              <a:defRPr sz="1200">
                <a:solidFill>
                  <a:srgbClr val="888A9C"/>
                </a:solidFill>
                <a:latin typeface="Calibri"/>
                <a:ea typeface="Calibri"/>
                <a:cs typeface="Calibri"/>
                <a:sym typeface="Calibri"/>
              </a:defRPr>
            </a:lvl5pPr>
            <a:lvl6pPr marL="0" marR="0" lvl="5" indent="0" algn="r" rtl="0">
              <a:spcBef>
                <a:spcPts val="0"/>
              </a:spcBef>
              <a:buNone/>
              <a:defRPr sz="1200">
                <a:solidFill>
                  <a:srgbClr val="888A9C"/>
                </a:solidFill>
                <a:latin typeface="Calibri"/>
                <a:ea typeface="Calibri"/>
                <a:cs typeface="Calibri"/>
                <a:sym typeface="Calibri"/>
              </a:defRPr>
            </a:lvl6pPr>
            <a:lvl7pPr marL="0" marR="0" lvl="6" indent="0" algn="r" rtl="0">
              <a:spcBef>
                <a:spcPts val="0"/>
              </a:spcBef>
              <a:buNone/>
              <a:defRPr sz="1200">
                <a:solidFill>
                  <a:srgbClr val="888A9C"/>
                </a:solidFill>
                <a:latin typeface="Calibri"/>
                <a:ea typeface="Calibri"/>
                <a:cs typeface="Calibri"/>
                <a:sym typeface="Calibri"/>
              </a:defRPr>
            </a:lvl7pPr>
            <a:lvl8pPr marL="0" marR="0" lvl="7" indent="0" algn="r" rtl="0">
              <a:spcBef>
                <a:spcPts val="0"/>
              </a:spcBef>
              <a:buNone/>
              <a:defRPr sz="1200">
                <a:solidFill>
                  <a:srgbClr val="888A9C"/>
                </a:solidFill>
                <a:latin typeface="Calibri"/>
                <a:ea typeface="Calibri"/>
                <a:cs typeface="Calibri"/>
                <a:sym typeface="Calibri"/>
              </a:defRPr>
            </a:lvl8pPr>
            <a:lvl9pPr marL="0" marR="0" lvl="8" indent="0" algn="r" rtl="0">
              <a:spcBef>
                <a:spcPts val="0"/>
              </a:spcBef>
              <a:buNone/>
              <a:defRPr sz="1200">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ólo el título"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7" name="Google Shape;47;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A9C"/>
                </a:solidFill>
                <a:latin typeface="Calibri"/>
                <a:ea typeface="Calibri"/>
                <a:cs typeface="Calibri"/>
                <a:sym typeface="Calibri"/>
              </a:defRPr>
            </a:lvl1pPr>
            <a:lvl2pPr marL="0" marR="0" lvl="1" indent="0" algn="r" rtl="0">
              <a:spcBef>
                <a:spcPts val="0"/>
              </a:spcBef>
              <a:buNone/>
              <a:defRPr sz="1200">
                <a:solidFill>
                  <a:srgbClr val="888A9C"/>
                </a:solidFill>
                <a:latin typeface="Calibri"/>
                <a:ea typeface="Calibri"/>
                <a:cs typeface="Calibri"/>
                <a:sym typeface="Calibri"/>
              </a:defRPr>
            </a:lvl2pPr>
            <a:lvl3pPr marL="0" marR="0" lvl="2" indent="0" algn="r" rtl="0">
              <a:spcBef>
                <a:spcPts val="0"/>
              </a:spcBef>
              <a:buNone/>
              <a:defRPr sz="1200">
                <a:solidFill>
                  <a:srgbClr val="888A9C"/>
                </a:solidFill>
                <a:latin typeface="Calibri"/>
                <a:ea typeface="Calibri"/>
                <a:cs typeface="Calibri"/>
                <a:sym typeface="Calibri"/>
              </a:defRPr>
            </a:lvl3pPr>
            <a:lvl4pPr marL="0" marR="0" lvl="3" indent="0" algn="r" rtl="0">
              <a:spcBef>
                <a:spcPts val="0"/>
              </a:spcBef>
              <a:buNone/>
              <a:defRPr sz="1200">
                <a:solidFill>
                  <a:srgbClr val="888A9C"/>
                </a:solidFill>
                <a:latin typeface="Calibri"/>
                <a:ea typeface="Calibri"/>
                <a:cs typeface="Calibri"/>
                <a:sym typeface="Calibri"/>
              </a:defRPr>
            </a:lvl4pPr>
            <a:lvl5pPr marL="0" marR="0" lvl="4" indent="0" algn="r" rtl="0">
              <a:spcBef>
                <a:spcPts val="0"/>
              </a:spcBef>
              <a:buNone/>
              <a:defRPr sz="1200">
                <a:solidFill>
                  <a:srgbClr val="888A9C"/>
                </a:solidFill>
                <a:latin typeface="Calibri"/>
                <a:ea typeface="Calibri"/>
                <a:cs typeface="Calibri"/>
                <a:sym typeface="Calibri"/>
              </a:defRPr>
            </a:lvl5pPr>
            <a:lvl6pPr marL="0" marR="0" lvl="5" indent="0" algn="r" rtl="0">
              <a:spcBef>
                <a:spcPts val="0"/>
              </a:spcBef>
              <a:buNone/>
              <a:defRPr sz="1200">
                <a:solidFill>
                  <a:srgbClr val="888A9C"/>
                </a:solidFill>
                <a:latin typeface="Calibri"/>
                <a:ea typeface="Calibri"/>
                <a:cs typeface="Calibri"/>
                <a:sym typeface="Calibri"/>
              </a:defRPr>
            </a:lvl6pPr>
            <a:lvl7pPr marL="0" marR="0" lvl="6" indent="0" algn="r" rtl="0">
              <a:spcBef>
                <a:spcPts val="0"/>
              </a:spcBef>
              <a:buNone/>
              <a:defRPr sz="1200">
                <a:solidFill>
                  <a:srgbClr val="888A9C"/>
                </a:solidFill>
                <a:latin typeface="Calibri"/>
                <a:ea typeface="Calibri"/>
                <a:cs typeface="Calibri"/>
                <a:sym typeface="Calibri"/>
              </a:defRPr>
            </a:lvl7pPr>
            <a:lvl8pPr marL="0" marR="0" lvl="7" indent="0" algn="r" rtl="0">
              <a:spcBef>
                <a:spcPts val="0"/>
              </a:spcBef>
              <a:buNone/>
              <a:defRPr sz="1200">
                <a:solidFill>
                  <a:srgbClr val="888A9C"/>
                </a:solidFill>
                <a:latin typeface="Calibri"/>
                <a:ea typeface="Calibri"/>
                <a:cs typeface="Calibri"/>
                <a:sym typeface="Calibri"/>
              </a:defRPr>
            </a:lvl8pPr>
            <a:lvl9pPr marL="0" marR="0" lvl="8" indent="0" algn="r" rtl="0">
              <a:spcBef>
                <a:spcPts val="0"/>
              </a:spcBef>
              <a:buNone/>
              <a:defRPr sz="1200">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A9C"/>
                </a:solidFill>
                <a:latin typeface="Calibri"/>
                <a:ea typeface="Calibri"/>
                <a:cs typeface="Calibri"/>
                <a:sym typeface="Calibri"/>
              </a:defRPr>
            </a:lvl1pPr>
            <a:lvl2pPr marL="0" marR="0" lvl="1" indent="0" algn="r" rtl="0">
              <a:spcBef>
                <a:spcPts val="0"/>
              </a:spcBef>
              <a:buNone/>
              <a:defRPr sz="1200">
                <a:solidFill>
                  <a:srgbClr val="888A9C"/>
                </a:solidFill>
                <a:latin typeface="Calibri"/>
                <a:ea typeface="Calibri"/>
                <a:cs typeface="Calibri"/>
                <a:sym typeface="Calibri"/>
              </a:defRPr>
            </a:lvl2pPr>
            <a:lvl3pPr marL="0" marR="0" lvl="2" indent="0" algn="r" rtl="0">
              <a:spcBef>
                <a:spcPts val="0"/>
              </a:spcBef>
              <a:buNone/>
              <a:defRPr sz="1200">
                <a:solidFill>
                  <a:srgbClr val="888A9C"/>
                </a:solidFill>
                <a:latin typeface="Calibri"/>
                <a:ea typeface="Calibri"/>
                <a:cs typeface="Calibri"/>
                <a:sym typeface="Calibri"/>
              </a:defRPr>
            </a:lvl3pPr>
            <a:lvl4pPr marL="0" marR="0" lvl="3" indent="0" algn="r" rtl="0">
              <a:spcBef>
                <a:spcPts val="0"/>
              </a:spcBef>
              <a:buNone/>
              <a:defRPr sz="1200">
                <a:solidFill>
                  <a:srgbClr val="888A9C"/>
                </a:solidFill>
                <a:latin typeface="Calibri"/>
                <a:ea typeface="Calibri"/>
                <a:cs typeface="Calibri"/>
                <a:sym typeface="Calibri"/>
              </a:defRPr>
            </a:lvl4pPr>
            <a:lvl5pPr marL="0" marR="0" lvl="4" indent="0" algn="r" rtl="0">
              <a:spcBef>
                <a:spcPts val="0"/>
              </a:spcBef>
              <a:buNone/>
              <a:defRPr sz="1200">
                <a:solidFill>
                  <a:srgbClr val="888A9C"/>
                </a:solidFill>
                <a:latin typeface="Calibri"/>
                <a:ea typeface="Calibri"/>
                <a:cs typeface="Calibri"/>
                <a:sym typeface="Calibri"/>
              </a:defRPr>
            </a:lvl5pPr>
            <a:lvl6pPr marL="0" marR="0" lvl="5" indent="0" algn="r" rtl="0">
              <a:spcBef>
                <a:spcPts val="0"/>
              </a:spcBef>
              <a:buNone/>
              <a:defRPr sz="1200">
                <a:solidFill>
                  <a:srgbClr val="888A9C"/>
                </a:solidFill>
                <a:latin typeface="Calibri"/>
                <a:ea typeface="Calibri"/>
                <a:cs typeface="Calibri"/>
                <a:sym typeface="Calibri"/>
              </a:defRPr>
            </a:lvl6pPr>
            <a:lvl7pPr marL="0" marR="0" lvl="6" indent="0" algn="r" rtl="0">
              <a:spcBef>
                <a:spcPts val="0"/>
              </a:spcBef>
              <a:buNone/>
              <a:defRPr sz="1200">
                <a:solidFill>
                  <a:srgbClr val="888A9C"/>
                </a:solidFill>
                <a:latin typeface="Calibri"/>
                <a:ea typeface="Calibri"/>
                <a:cs typeface="Calibri"/>
                <a:sym typeface="Calibri"/>
              </a:defRPr>
            </a:lvl7pPr>
            <a:lvl8pPr marL="0" marR="0" lvl="7" indent="0" algn="r" rtl="0">
              <a:spcBef>
                <a:spcPts val="0"/>
              </a:spcBef>
              <a:buNone/>
              <a:defRPr sz="1200">
                <a:solidFill>
                  <a:srgbClr val="888A9C"/>
                </a:solidFill>
                <a:latin typeface="Calibri"/>
                <a:ea typeface="Calibri"/>
                <a:cs typeface="Calibri"/>
                <a:sym typeface="Calibri"/>
              </a:defRPr>
            </a:lvl8pPr>
            <a:lvl9pPr marL="0" marR="0" lvl="8" indent="0" algn="r" rtl="0">
              <a:spcBef>
                <a:spcPts val="0"/>
              </a:spcBef>
              <a:buNone/>
              <a:defRPr sz="1200">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lstStyle>
            <a:lvl1pPr marR="0" lvl="0" algn="l" rtl="0">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A9C"/>
                </a:solidFill>
                <a:latin typeface="Calibri"/>
                <a:ea typeface="Calibri"/>
                <a:cs typeface="Calibri"/>
                <a:sym typeface="Calibri"/>
              </a:defRPr>
            </a:lvl1pPr>
            <a:lvl2pPr marL="0" marR="0" lvl="1" indent="0" algn="r" rtl="0">
              <a:spcBef>
                <a:spcPts val="0"/>
              </a:spcBef>
              <a:buNone/>
              <a:defRPr sz="1200">
                <a:solidFill>
                  <a:srgbClr val="888A9C"/>
                </a:solidFill>
                <a:latin typeface="Calibri"/>
                <a:ea typeface="Calibri"/>
                <a:cs typeface="Calibri"/>
                <a:sym typeface="Calibri"/>
              </a:defRPr>
            </a:lvl2pPr>
            <a:lvl3pPr marL="0" marR="0" lvl="2" indent="0" algn="r" rtl="0">
              <a:spcBef>
                <a:spcPts val="0"/>
              </a:spcBef>
              <a:buNone/>
              <a:defRPr sz="1200">
                <a:solidFill>
                  <a:srgbClr val="888A9C"/>
                </a:solidFill>
                <a:latin typeface="Calibri"/>
                <a:ea typeface="Calibri"/>
                <a:cs typeface="Calibri"/>
                <a:sym typeface="Calibri"/>
              </a:defRPr>
            </a:lvl3pPr>
            <a:lvl4pPr marL="0" marR="0" lvl="3" indent="0" algn="r" rtl="0">
              <a:spcBef>
                <a:spcPts val="0"/>
              </a:spcBef>
              <a:buNone/>
              <a:defRPr sz="1200">
                <a:solidFill>
                  <a:srgbClr val="888A9C"/>
                </a:solidFill>
                <a:latin typeface="Calibri"/>
                <a:ea typeface="Calibri"/>
                <a:cs typeface="Calibri"/>
                <a:sym typeface="Calibri"/>
              </a:defRPr>
            </a:lvl4pPr>
            <a:lvl5pPr marL="0" marR="0" lvl="4" indent="0" algn="r" rtl="0">
              <a:spcBef>
                <a:spcPts val="0"/>
              </a:spcBef>
              <a:buNone/>
              <a:defRPr sz="1200">
                <a:solidFill>
                  <a:srgbClr val="888A9C"/>
                </a:solidFill>
                <a:latin typeface="Calibri"/>
                <a:ea typeface="Calibri"/>
                <a:cs typeface="Calibri"/>
                <a:sym typeface="Calibri"/>
              </a:defRPr>
            </a:lvl5pPr>
            <a:lvl6pPr marL="0" marR="0" lvl="5" indent="0" algn="r" rtl="0">
              <a:spcBef>
                <a:spcPts val="0"/>
              </a:spcBef>
              <a:buNone/>
              <a:defRPr sz="1200">
                <a:solidFill>
                  <a:srgbClr val="888A9C"/>
                </a:solidFill>
                <a:latin typeface="Calibri"/>
                <a:ea typeface="Calibri"/>
                <a:cs typeface="Calibri"/>
                <a:sym typeface="Calibri"/>
              </a:defRPr>
            </a:lvl6pPr>
            <a:lvl7pPr marL="0" marR="0" lvl="6" indent="0" algn="r" rtl="0">
              <a:spcBef>
                <a:spcPts val="0"/>
              </a:spcBef>
              <a:buNone/>
              <a:defRPr sz="1200">
                <a:solidFill>
                  <a:srgbClr val="888A9C"/>
                </a:solidFill>
                <a:latin typeface="Calibri"/>
                <a:ea typeface="Calibri"/>
                <a:cs typeface="Calibri"/>
                <a:sym typeface="Calibri"/>
              </a:defRPr>
            </a:lvl7pPr>
            <a:lvl8pPr marL="0" marR="0" lvl="7" indent="0" algn="r" rtl="0">
              <a:spcBef>
                <a:spcPts val="0"/>
              </a:spcBef>
              <a:buNone/>
              <a:defRPr sz="1200">
                <a:solidFill>
                  <a:srgbClr val="888A9C"/>
                </a:solidFill>
                <a:latin typeface="Calibri"/>
                <a:ea typeface="Calibri"/>
                <a:cs typeface="Calibri"/>
                <a:sym typeface="Calibri"/>
              </a:defRPr>
            </a:lvl8pPr>
            <a:lvl9pPr marL="0" marR="0" lvl="8" indent="0" algn="r" rtl="0">
              <a:spcBef>
                <a:spcPts val="0"/>
              </a:spcBef>
              <a:buNone/>
              <a:defRPr sz="1200">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lstStyle>
            <a:lvl1pPr marR="0" lvl="0" algn="l" rtl="0">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A9C"/>
                </a:solidFill>
                <a:latin typeface="Calibri"/>
                <a:ea typeface="Calibri"/>
                <a:cs typeface="Calibri"/>
                <a:sym typeface="Calibri"/>
              </a:defRPr>
            </a:lvl1pPr>
            <a:lvl2pPr marL="0" marR="0" lvl="1" indent="0" algn="r" rtl="0">
              <a:spcBef>
                <a:spcPts val="0"/>
              </a:spcBef>
              <a:buNone/>
              <a:defRPr sz="1200">
                <a:solidFill>
                  <a:srgbClr val="888A9C"/>
                </a:solidFill>
                <a:latin typeface="Calibri"/>
                <a:ea typeface="Calibri"/>
                <a:cs typeface="Calibri"/>
                <a:sym typeface="Calibri"/>
              </a:defRPr>
            </a:lvl2pPr>
            <a:lvl3pPr marL="0" marR="0" lvl="2" indent="0" algn="r" rtl="0">
              <a:spcBef>
                <a:spcPts val="0"/>
              </a:spcBef>
              <a:buNone/>
              <a:defRPr sz="1200">
                <a:solidFill>
                  <a:srgbClr val="888A9C"/>
                </a:solidFill>
                <a:latin typeface="Calibri"/>
                <a:ea typeface="Calibri"/>
                <a:cs typeface="Calibri"/>
                <a:sym typeface="Calibri"/>
              </a:defRPr>
            </a:lvl3pPr>
            <a:lvl4pPr marL="0" marR="0" lvl="3" indent="0" algn="r" rtl="0">
              <a:spcBef>
                <a:spcPts val="0"/>
              </a:spcBef>
              <a:buNone/>
              <a:defRPr sz="1200">
                <a:solidFill>
                  <a:srgbClr val="888A9C"/>
                </a:solidFill>
                <a:latin typeface="Calibri"/>
                <a:ea typeface="Calibri"/>
                <a:cs typeface="Calibri"/>
                <a:sym typeface="Calibri"/>
              </a:defRPr>
            </a:lvl4pPr>
            <a:lvl5pPr marL="0" marR="0" lvl="4" indent="0" algn="r" rtl="0">
              <a:spcBef>
                <a:spcPts val="0"/>
              </a:spcBef>
              <a:buNone/>
              <a:defRPr sz="1200">
                <a:solidFill>
                  <a:srgbClr val="888A9C"/>
                </a:solidFill>
                <a:latin typeface="Calibri"/>
                <a:ea typeface="Calibri"/>
                <a:cs typeface="Calibri"/>
                <a:sym typeface="Calibri"/>
              </a:defRPr>
            </a:lvl5pPr>
            <a:lvl6pPr marL="0" marR="0" lvl="5" indent="0" algn="r" rtl="0">
              <a:spcBef>
                <a:spcPts val="0"/>
              </a:spcBef>
              <a:buNone/>
              <a:defRPr sz="1200">
                <a:solidFill>
                  <a:srgbClr val="888A9C"/>
                </a:solidFill>
                <a:latin typeface="Calibri"/>
                <a:ea typeface="Calibri"/>
                <a:cs typeface="Calibri"/>
                <a:sym typeface="Calibri"/>
              </a:defRPr>
            </a:lvl6pPr>
            <a:lvl7pPr marL="0" marR="0" lvl="6" indent="0" algn="r" rtl="0">
              <a:spcBef>
                <a:spcPts val="0"/>
              </a:spcBef>
              <a:buNone/>
              <a:defRPr sz="1200">
                <a:solidFill>
                  <a:srgbClr val="888A9C"/>
                </a:solidFill>
                <a:latin typeface="Calibri"/>
                <a:ea typeface="Calibri"/>
                <a:cs typeface="Calibri"/>
                <a:sym typeface="Calibri"/>
              </a:defRPr>
            </a:lvl7pPr>
            <a:lvl8pPr marL="0" marR="0" lvl="7" indent="0" algn="r" rtl="0">
              <a:spcBef>
                <a:spcPts val="0"/>
              </a:spcBef>
              <a:buNone/>
              <a:defRPr sz="1200">
                <a:solidFill>
                  <a:srgbClr val="888A9C"/>
                </a:solidFill>
                <a:latin typeface="Calibri"/>
                <a:ea typeface="Calibri"/>
                <a:cs typeface="Calibri"/>
                <a:sym typeface="Calibri"/>
              </a:defRPr>
            </a:lvl8pPr>
            <a:lvl9pPr marL="0" marR="0" lvl="8" indent="0" algn="r" rtl="0">
              <a:spcBef>
                <a:spcPts val="0"/>
              </a:spcBef>
              <a:buNone/>
              <a:defRPr sz="1200">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0" name="Google Shape;70;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A9C"/>
                </a:solidFill>
                <a:latin typeface="Calibri"/>
                <a:ea typeface="Calibri"/>
                <a:cs typeface="Calibri"/>
                <a:sym typeface="Calibri"/>
              </a:defRPr>
            </a:lvl1pPr>
            <a:lvl2pPr marL="0" marR="0" lvl="1" indent="0" algn="r" rtl="0">
              <a:spcBef>
                <a:spcPts val="0"/>
              </a:spcBef>
              <a:buNone/>
              <a:defRPr sz="1200">
                <a:solidFill>
                  <a:srgbClr val="888A9C"/>
                </a:solidFill>
                <a:latin typeface="Calibri"/>
                <a:ea typeface="Calibri"/>
                <a:cs typeface="Calibri"/>
                <a:sym typeface="Calibri"/>
              </a:defRPr>
            </a:lvl2pPr>
            <a:lvl3pPr marL="0" marR="0" lvl="2" indent="0" algn="r" rtl="0">
              <a:spcBef>
                <a:spcPts val="0"/>
              </a:spcBef>
              <a:buNone/>
              <a:defRPr sz="1200">
                <a:solidFill>
                  <a:srgbClr val="888A9C"/>
                </a:solidFill>
                <a:latin typeface="Calibri"/>
                <a:ea typeface="Calibri"/>
                <a:cs typeface="Calibri"/>
                <a:sym typeface="Calibri"/>
              </a:defRPr>
            </a:lvl3pPr>
            <a:lvl4pPr marL="0" marR="0" lvl="3" indent="0" algn="r" rtl="0">
              <a:spcBef>
                <a:spcPts val="0"/>
              </a:spcBef>
              <a:buNone/>
              <a:defRPr sz="1200">
                <a:solidFill>
                  <a:srgbClr val="888A9C"/>
                </a:solidFill>
                <a:latin typeface="Calibri"/>
                <a:ea typeface="Calibri"/>
                <a:cs typeface="Calibri"/>
                <a:sym typeface="Calibri"/>
              </a:defRPr>
            </a:lvl4pPr>
            <a:lvl5pPr marL="0" marR="0" lvl="4" indent="0" algn="r" rtl="0">
              <a:spcBef>
                <a:spcPts val="0"/>
              </a:spcBef>
              <a:buNone/>
              <a:defRPr sz="1200">
                <a:solidFill>
                  <a:srgbClr val="888A9C"/>
                </a:solidFill>
                <a:latin typeface="Calibri"/>
                <a:ea typeface="Calibri"/>
                <a:cs typeface="Calibri"/>
                <a:sym typeface="Calibri"/>
              </a:defRPr>
            </a:lvl5pPr>
            <a:lvl6pPr marL="0" marR="0" lvl="5" indent="0" algn="r" rtl="0">
              <a:spcBef>
                <a:spcPts val="0"/>
              </a:spcBef>
              <a:buNone/>
              <a:defRPr sz="1200">
                <a:solidFill>
                  <a:srgbClr val="888A9C"/>
                </a:solidFill>
                <a:latin typeface="Calibri"/>
                <a:ea typeface="Calibri"/>
                <a:cs typeface="Calibri"/>
                <a:sym typeface="Calibri"/>
              </a:defRPr>
            </a:lvl6pPr>
            <a:lvl7pPr marL="0" marR="0" lvl="6" indent="0" algn="r" rtl="0">
              <a:spcBef>
                <a:spcPts val="0"/>
              </a:spcBef>
              <a:buNone/>
              <a:defRPr sz="1200">
                <a:solidFill>
                  <a:srgbClr val="888A9C"/>
                </a:solidFill>
                <a:latin typeface="Calibri"/>
                <a:ea typeface="Calibri"/>
                <a:cs typeface="Calibri"/>
                <a:sym typeface="Calibri"/>
              </a:defRPr>
            </a:lvl7pPr>
            <a:lvl8pPr marL="0" marR="0" lvl="7" indent="0" algn="r" rtl="0">
              <a:spcBef>
                <a:spcPts val="0"/>
              </a:spcBef>
              <a:buNone/>
              <a:defRPr sz="1200">
                <a:solidFill>
                  <a:srgbClr val="888A9C"/>
                </a:solidFill>
                <a:latin typeface="Calibri"/>
                <a:ea typeface="Calibri"/>
                <a:cs typeface="Calibri"/>
                <a:sym typeface="Calibri"/>
              </a:defRPr>
            </a:lvl8pPr>
            <a:lvl9pPr marL="0" marR="0" lvl="8" indent="0" algn="r" rtl="0">
              <a:spcBef>
                <a:spcPts val="0"/>
              </a:spcBef>
              <a:buNone/>
              <a:defRPr sz="1200">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6" name="Google Shape;76;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A9C"/>
                </a:solidFill>
                <a:latin typeface="Calibri"/>
                <a:ea typeface="Calibri"/>
                <a:cs typeface="Calibri"/>
                <a:sym typeface="Calibri"/>
              </a:defRPr>
            </a:lvl1pPr>
            <a:lvl2pPr marL="0" marR="0" lvl="1" indent="0" algn="r" rtl="0">
              <a:spcBef>
                <a:spcPts val="0"/>
              </a:spcBef>
              <a:buNone/>
              <a:defRPr sz="1200">
                <a:solidFill>
                  <a:srgbClr val="888A9C"/>
                </a:solidFill>
                <a:latin typeface="Calibri"/>
                <a:ea typeface="Calibri"/>
                <a:cs typeface="Calibri"/>
                <a:sym typeface="Calibri"/>
              </a:defRPr>
            </a:lvl2pPr>
            <a:lvl3pPr marL="0" marR="0" lvl="2" indent="0" algn="r" rtl="0">
              <a:spcBef>
                <a:spcPts val="0"/>
              </a:spcBef>
              <a:buNone/>
              <a:defRPr sz="1200">
                <a:solidFill>
                  <a:srgbClr val="888A9C"/>
                </a:solidFill>
                <a:latin typeface="Calibri"/>
                <a:ea typeface="Calibri"/>
                <a:cs typeface="Calibri"/>
                <a:sym typeface="Calibri"/>
              </a:defRPr>
            </a:lvl3pPr>
            <a:lvl4pPr marL="0" marR="0" lvl="3" indent="0" algn="r" rtl="0">
              <a:spcBef>
                <a:spcPts val="0"/>
              </a:spcBef>
              <a:buNone/>
              <a:defRPr sz="1200">
                <a:solidFill>
                  <a:srgbClr val="888A9C"/>
                </a:solidFill>
                <a:latin typeface="Calibri"/>
                <a:ea typeface="Calibri"/>
                <a:cs typeface="Calibri"/>
                <a:sym typeface="Calibri"/>
              </a:defRPr>
            </a:lvl4pPr>
            <a:lvl5pPr marL="0" marR="0" lvl="4" indent="0" algn="r" rtl="0">
              <a:spcBef>
                <a:spcPts val="0"/>
              </a:spcBef>
              <a:buNone/>
              <a:defRPr sz="1200">
                <a:solidFill>
                  <a:srgbClr val="888A9C"/>
                </a:solidFill>
                <a:latin typeface="Calibri"/>
                <a:ea typeface="Calibri"/>
                <a:cs typeface="Calibri"/>
                <a:sym typeface="Calibri"/>
              </a:defRPr>
            </a:lvl5pPr>
            <a:lvl6pPr marL="0" marR="0" lvl="5" indent="0" algn="r" rtl="0">
              <a:spcBef>
                <a:spcPts val="0"/>
              </a:spcBef>
              <a:buNone/>
              <a:defRPr sz="1200">
                <a:solidFill>
                  <a:srgbClr val="888A9C"/>
                </a:solidFill>
                <a:latin typeface="Calibri"/>
                <a:ea typeface="Calibri"/>
                <a:cs typeface="Calibri"/>
                <a:sym typeface="Calibri"/>
              </a:defRPr>
            </a:lvl6pPr>
            <a:lvl7pPr marL="0" marR="0" lvl="6" indent="0" algn="r" rtl="0">
              <a:spcBef>
                <a:spcPts val="0"/>
              </a:spcBef>
              <a:buNone/>
              <a:defRPr sz="1200">
                <a:solidFill>
                  <a:srgbClr val="888A9C"/>
                </a:solidFill>
                <a:latin typeface="Calibri"/>
                <a:ea typeface="Calibri"/>
                <a:cs typeface="Calibri"/>
                <a:sym typeface="Calibri"/>
              </a:defRPr>
            </a:lvl7pPr>
            <a:lvl8pPr marL="0" marR="0" lvl="7" indent="0" algn="r" rtl="0">
              <a:spcBef>
                <a:spcPts val="0"/>
              </a:spcBef>
              <a:buNone/>
              <a:defRPr sz="1200">
                <a:solidFill>
                  <a:srgbClr val="888A9C"/>
                </a:solidFill>
                <a:latin typeface="Calibri"/>
                <a:ea typeface="Calibri"/>
                <a:cs typeface="Calibri"/>
                <a:sym typeface="Calibri"/>
              </a:defRPr>
            </a:lvl8pPr>
            <a:lvl9pPr marL="0" marR="0" lvl="8" indent="0" algn="r" rtl="0">
              <a:spcBef>
                <a:spcPts val="0"/>
              </a:spcBef>
              <a:buNone/>
              <a:defRPr sz="1200">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A9C"/>
                </a:solidFill>
                <a:latin typeface="Calibri"/>
                <a:ea typeface="Calibri"/>
                <a:cs typeface="Calibri"/>
                <a:sym typeface="Calibri"/>
              </a:defRPr>
            </a:lvl1pPr>
            <a:lvl2pPr marL="0" marR="0" lvl="1" indent="0" algn="r" rtl="0">
              <a:spcBef>
                <a:spcPts val="0"/>
              </a:spcBef>
              <a:buNone/>
              <a:defRPr sz="1200" b="0" i="0" u="none" strike="noStrike" cap="none">
                <a:solidFill>
                  <a:srgbClr val="888A9C"/>
                </a:solidFill>
                <a:latin typeface="Calibri"/>
                <a:ea typeface="Calibri"/>
                <a:cs typeface="Calibri"/>
                <a:sym typeface="Calibri"/>
              </a:defRPr>
            </a:lvl2pPr>
            <a:lvl3pPr marL="0" marR="0" lvl="2" indent="0" algn="r" rtl="0">
              <a:spcBef>
                <a:spcPts val="0"/>
              </a:spcBef>
              <a:buNone/>
              <a:defRPr sz="1200" b="0" i="0" u="none" strike="noStrike" cap="none">
                <a:solidFill>
                  <a:srgbClr val="888A9C"/>
                </a:solidFill>
                <a:latin typeface="Calibri"/>
                <a:ea typeface="Calibri"/>
                <a:cs typeface="Calibri"/>
                <a:sym typeface="Calibri"/>
              </a:defRPr>
            </a:lvl3pPr>
            <a:lvl4pPr marL="0" marR="0" lvl="3" indent="0" algn="r" rtl="0">
              <a:spcBef>
                <a:spcPts val="0"/>
              </a:spcBef>
              <a:buNone/>
              <a:defRPr sz="1200" b="0" i="0" u="none" strike="noStrike" cap="none">
                <a:solidFill>
                  <a:srgbClr val="888A9C"/>
                </a:solidFill>
                <a:latin typeface="Calibri"/>
                <a:ea typeface="Calibri"/>
                <a:cs typeface="Calibri"/>
                <a:sym typeface="Calibri"/>
              </a:defRPr>
            </a:lvl4pPr>
            <a:lvl5pPr marL="0" marR="0" lvl="4" indent="0" algn="r" rtl="0">
              <a:spcBef>
                <a:spcPts val="0"/>
              </a:spcBef>
              <a:buNone/>
              <a:defRPr sz="1200" b="0" i="0" u="none" strike="noStrike" cap="none">
                <a:solidFill>
                  <a:srgbClr val="888A9C"/>
                </a:solidFill>
                <a:latin typeface="Calibri"/>
                <a:ea typeface="Calibri"/>
                <a:cs typeface="Calibri"/>
                <a:sym typeface="Calibri"/>
              </a:defRPr>
            </a:lvl5pPr>
            <a:lvl6pPr marL="0" marR="0" lvl="5" indent="0" algn="r" rtl="0">
              <a:spcBef>
                <a:spcPts val="0"/>
              </a:spcBef>
              <a:buNone/>
              <a:defRPr sz="1200" b="0" i="0" u="none" strike="noStrike" cap="none">
                <a:solidFill>
                  <a:srgbClr val="888A9C"/>
                </a:solidFill>
                <a:latin typeface="Calibri"/>
                <a:ea typeface="Calibri"/>
                <a:cs typeface="Calibri"/>
                <a:sym typeface="Calibri"/>
              </a:defRPr>
            </a:lvl6pPr>
            <a:lvl7pPr marL="0" marR="0" lvl="6" indent="0" algn="r" rtl="0">
              <a:spcBef>
                <a:spcPts val="0"/>
              </a:spcBef>
              <a:buNone/>
              <a:defRPr sz="1200" b="0" i="0" u="none" strike="noStrike" cap="none">
                <a:solidFill>
                  <a:srgbClr val="888A9C"/>
                </a:solidFill>
                <a:latin typeface="Calibri"/>
                <a:ea typeface="Calibri"/>
                <a:cs typeface="Calibri"/>
                <a:sym typeface="Calibri"/>
              </a:defRPr>
            </a:lvl7pPr>
            <a:lvl8pPr marL="0" marR="0" lvl="7" indent="0" algn="r" rtl="0">
              <a:spcBef>
                <a:spcPts val="0"/>
              </a:spcBef>
              <a:buNone/>
              <a:defRPr sz="1200" b="0" i="0" u="none" strike="noStrike" cap="none">
                <a:solidFill>
                  <a:srgbClr val="888A9C"/>
                </a:solidFill>
                <a:latin typeface="Calibri"/>
                <a:ea typeface="Calibri"/>
                <a:cs typeface="Calibri"/>
                <a:sym typeface="Calibri"/>
              </a:defRPr>
            </a:lvl8pPr>
            <a:lvl9pPr marL="0" marR="0" lvl="8" indent="0" algn="r" rtl="0">
              <a:spcBef>
                <a:spcPts val="0"/>
              </a:spcBef>
              <a:buNone/>
              <a:defRPr sz="1200" b="0" i="0" u="none" strike="noStrike" cap="none">
                <a:solidFill>
                  <a:srgbClr val="888A9C"/>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ctrTitle"/>
          </p:nvPr>
        </p:nvSpPr>
        <p:spPr>
          <a:xfrm>
            <a:off x="685800" y="1298865"/>
            <a:ext cx="7772400" cy="230158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5400"/>
              <a:buFont typeface="Calibri"/>
              <a:buNone/>
            </a:pPr>
            <a:r>
              <a:rPr lang="en-US" sz="5400" b="1" i="0" u="none" strike="noStrike" cap="none" dirty="0">
                <a:solidFill>
                  <a:schemeClr val="dk1"/>
                </a:solidFill>
                <a:latin typeface="Calibri"/>
                <a:ea typeface="Calibri"/>
                <a:cs typeface="Calibri"/>
                <a:sym typeface="Calibri"/>
              </a:rPr>
              <a:t>Breaking News</a:t>
            </a:r>
            <a:endParaRPr sz="5400" b="1" i="0" u="none" strike="noStrike" cap="none" dirty="0">
              <a:solidFill>
                <a:schemeClr val="dk1"/>
              </a:solidFill>
              <a:latin typeface="Calibri"/>
              <a:ea typeface="Calibri"/>
              <a:cs typeface="Calibri"/>
              <a:sym typeface="Calibri"/>
            </a:endParaRPr>
          </a:p>
        </p:txBody>
      </p:sp>
      <p:sp>
        <p:nvSpPr>
          <p:cNvPr id="85" name="Google Shape;85;p13"/>
          <p:cNvSpPr txBox="1">
            <a:spLocks noGrp="1"/>
          </p:cNvSpPr>
          <p:nvPr>
            <p:ph type="subTitle" idx="1"/>
          </p:nvPr>
        </p:nvSpPr>
        <p:spPr>
          <a:xfrm>
            <a:off x="1028700" y="3429000"/>
            <a:ext cx="7086600" cy="243947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888A9C"/>
              </a:buClr>
              <a:buSzPts val="3200"/>
              <a:buFont typeface="Arial"/>
              <a:buNone/>
            </a:pPr>
            <a:r>
              <a:rPr lang="en-US" sz="3200" b="0" i="0" u="none" strike="noStrike" cap="none" dirty="0">
                <a:solidFill>
                  <a:srgbClr val="888A9C"/>
                </a:solidFill>
                <a:latin typeface="Calibri"/>
                <a:ea typeface="Calibri"/>
                <a:cs typeface="Calibri"/>
                <a:sym typeface="Calibri"/>
              </a:rPr>
              <a:t>Pullin Trade</a:t>
            </a:r>
          </a:p>
          <a:p>
            <a:pPr marL="0" marR="0" lvl="0" indent="0" algn="ctr" rtl="0">
              <a:spcBef>
                <a:spcPts val="0"/>
              </a:spcBef>
              <a:spcAft>
                <a:spcPts val="0"/>
              </a:spcAft>
              <a:buClr>
                <a:srgbClr val="888A9C"/>
              </a:buClr>
              <a:buSzPts val="3200"/>
              <a:buFont typeface="Arial"/>
              <a:buNone/>
            </a:pPr>
            <a:r>
              <a:rPr lang="en-US" dirty="0"/>
              <a:t>Momentum</a:t>
            </a:r>
            <a:endParaRPr lang="en-US" sz="3200" b="0" i="0" u="none" strike="noStrike" cap="none" dirty="0">
              <a:solidFill>
                <a:srgbClr val="888A9C"/>
              </a:solidFill>
              <a:latin typeface="Calibri"/>
              <a:ea typeface="Calibri"/>
              <a:cs typeface="Calibri"/>
              <a:sym typeface="Calibri"/>
            </a:endParaRPr>
          </a:p>
          <a:p>
            <a:pPr marL="0" marR="0" lvl="0" indent="0" algn="ctr" rtl="0">
              <a:spcBef>
                <a:spcPts val="0"/>
              </a:spcBef>
              <a:spcAft>
                <a:spcPts val="0"/>
              </a:spcAft>
              <a:buClr>
                <a:srgbClr val="888A9C"/>
              </a:buClr>
              <a:buSzPts val="3200"/>
              <a:buFont typeface="Arial"/>
              <a:buNone/>
            </a:pPr>
            <a:r>
              <a:rPr lang="en-US" dirty="0"/>
              <a:t>Kyle Hughes</a:t>
            </a:r>
            <a:endParaRPr sz="3200" b="0" i="0" u="none" strike="noStrike" cap="none" dirty="0">
              <a:solidFill>
                <a:srgbClr val="888A9C"/>
              </a:solidFill>
              <a:latin typeface="Calibri"/>
              <a:ea typeface="Calibri"/>
              <a:cs typeface="Calibri"/>
              <a:sym typeface="Calibri"/>
            </a:endParaRPr>
          </a:p>
          <a:p>
            <a:pPr marL="0" marR="0" lvl="0" indent="0" algn="ctr" rtl="0">
              <a:spcBef>
                <a:spcPts val="640"/>
              </a:spcBef>
              <a:spcAft>
                <a:spcPts val="0"/>
              </a:spcAft>
              <a:buClr>
                <a:srgbClr val="888A9C"/>
              </a:buClr>
              <a:buSzPts val="3200"/>
              <a:buFont typeface="Arial"/>
              <a:buNone/>
            </a:pPr>
            <a:r>
              <a:rPr lang="en-US" sz="3200" b="0" i="0" u="none" strike="noStrike" cap="none" dirty="0">
                <a:solidFill>
                  <a:srgbClr val="888A9C"/>
                </a:solidFill>
                <a:latin typeface="Calibri"/>
                <a:ea typeface="Calibri"/>
                <a:cs typeface="Calibri"/>
                <a:sym typeface="Calibri"/>
              </a:rPr>
              <a:t>$LYFT</a:t>
            </a:r>
            <a:endParaRPr sz="3200" b="0" i="0" u="none" strike="noStrike" cap="none" dirty="0">
              <a:solidFill>
                <a:srgbClr val="888A9C"/>
              </a:solidFill>
              <a:latin typeface="Calibri"/>
              <a:ea typeface="Calibri"/>
              <a:cs typeface="Calibri"/>
              <a:sym typeface="Calibri"/>
            </a:endParaRPr>
          </a:p>
          <a:p>
            <a:pPr marL="0" marR="0" lvl="0" indent="0" algn="ctr" rtl="0">
              <a:spcBef>
                <a:spcPts val="640"/>
              </a:spcBef>
              <a:spcAft>
                <a:spcPts val="0"/>
              </a:spcAft>
              <a:buClr>
                <a:srgbClr val="888A9C"/>
              </a:buClr>
              <a:buSzPts val="3200"/>
              <a:buFont typeface="Arial"/>
              <a:buNone/>
            </a:pPr>
            <a:r>
              <a:rPr lang="en-US" sz="3200" b="0" i="0" u="none" strike="noStrike" cap="none" dirty="0">
                <a:solidFill>
                  <a:srgbClr val="888A9C"/>
                </a:solidFill>
                <a:latin typeface="Calibri"/>
                <a:ea typeface="Calibri"/>
                <a:cs typeface="Calibri"/>
                <a:sym typeface="Calibri"/>
              </a:rPr>
              <a:t>10/22/2019</a:t>
            </a:r>
            <a:endParaRPr sz="3200" b="0" i="0" u="none" strike="noStrike" cap="none" dirty="0">
              <a:solidFill>
                <a:srgbClr val="888A9C"/>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p:nvPr/>
        </p:nvSpPr>
        <p:spPr>
          <a:xfrm>
            <a:off x="411544" y="785332"/>
            <a:ext cx="8001535" cy="5691668"/>
          </a:xfrm>
          <a:prstGeom prst="rect">
            <a:avLst/>
          </a:prstGeom>
          <a:noFill/>
          <a:ln>
            <a:noFill/>
          </a:ln>
        </p:spPr>
        <p:txBody>
          <a:bodyPr spcFirstLastPara="1" wrap="square" lIns="82250" tIns="82250" rIns="82250" bIns="82250" anchor="t" anchorCtr="0">
            <a:noAutofit/>
          </a:bodyPr>
          <a:lstStyle/>
          <a:p>
            <a:pPr marL="561670" marR="0" lvl="0" indent="-462914" algn="l" rtl="0">
              <a:spcBef>
                <a:spcPts val="0"/>
              </a:spcBef>
              <a:spcAft>
                <a:spcPts val="0"/>
              </a:spcAft>
              <a:buNone/>
            </a:pPr>
            <a:r>
              <a:rPr lang="en-US" sz="1200" b="0" i="0" u="none" strike="noStrike" cap="none">
                <a:solidFill>
                  <a:schemeClr val="dk1"/>
                </a:solidFill>
                <a:latin typeface="Times New Roman"/>
                <a:ea typeface="Times New Roman"/>
                <a:cs typeface="Times New Roman"/>
                <a:sym typeface="Times New Roman"/>
              </a:rPr>
              <a:t>SMB TRAINING is NOT a Broker Dealer. SMB Training engages in trader education and training. SMB TRAINING offers a number of products and services, both electronical (over the internet through smbtraining.com) and in person. SMB TRAINING also offers web-based, interactive training courses on demand.</a:t>
            </a:r>
            <a:endParaRPr/>
          </a:p>
          <a:p>
            <a:pPr marL="561670" marR="0" lvl="0" indent="-462914" algn="l" rtl="0">
              <a:spcBef>
                <a:spcPts val="720"/>
              </a:spcBef>
              <a:spcAft>
                <a:spcPts val="0"/>
              </a:spcAft>
              <a:buNone/>
            </a:pPr>
            <a:r>
              <a:rPr lang="en-US" sz="1200" b="0" i="0" u="none" strike="noStrike" cap="none">
                <a:solidFill>
                  <a:schemeClr val="dk1"/>
                </a:solidFill>
                <a:latin typeface="Times New Roman"/>
                <a:ea typeface="Times New Roman"/>
                <a:cs typeface="Times New Roman"/>
                <a:sym typeface="Times New Roman"/>
              </a:rPr>
              <a:t>The seminars given by SMB TRAINING are for </a:t>
            </a:r>
            <a:r>
              <a:rPr lang="en-US" sz="1200" b="1" i="0" u="none" strike="noStrike" cap="none">
                <a:solidFill>
                  <a:schemeClr val="dk1"/>
                </a:solidFill>
                <a:latin typeface="Times New Roman"/>
                <a:ea typeface="Times New Roman"/>
                <a:cs typeface="Times New Roman"/>
                <a:sym typeface="Times New Roman"/>
              </a:rPr>
              <a:t>educational purposes only</a:t>
            </a:r>
            <a:r>
              <a:rPr lang="en-US" sz="1200" b="0" i="0" u="none" strike="noStrike" cap="none">
                <a:solidFill>
                  <a:schemeClr val="dk1"/>
                </a:solidFill>
                <a:latin typeface="Times New Roman"/>
                <a:ea typeface="Times New Roman"/>
                <a:cs typeface="Times New Roman"/>
                <a:sym typeface="Times New Roman"/>
              </a:rPr>
              <a:t>. This information neither is, nor should be construed, as an offer, or a solicitation of an offer, to buy or sell securities. You shall be fully responsible for any investment decision you make, and such decisions will be based solely on your evaluation of your financial circumstances, investment objectives, risk tolerance, and liquidity needs.</a:t>
            </a:r>
            <a:endParaRPr/>
          </a:p>
          <a:p>
            <a:pPr marL="561670" marR="0" lvl="0" indent="-462914" algn="l" rtl="0">
              <a:spcBef>
                <a:spcPts val="720"/>
              </a:spcBef>
              <a:spcAft>
                <a:spcPts val="0"/>
              </a:spcAft>
              <a:buNone/>
            </a:pPr>
            <a:r>
              <a:rPr lang="en-US" sz="1200" b="0" i="0" u="none" strike="noStrike" cap="none">
                <a:solidFill>
                  <a:schemeClr val="dk1"/>
                </a:solidFill>
                <a:latin typeface="Times New Roman"/>
                <a:ea typeface="Times New Roman"/>
                <a:cs typeface="Times New Roman"/>
                <a:sym typeface="Times New Roman"/>
              </a:rPr>
              <a:t>This material is being provided to you for </a:t>
            </a:r>
            <a:r>
              <a:rPr lang="en-US" sz="1200" b="1" i="0" u="none" strike="noStrike" cap="none">
                <a:solidFill>
                  <a:schemeClr val="dk1"/>
                </a:solidFill>
                <a:latin typeface="Times New Roman"/>
                <a:ea typeface="Times New Roman"/>
                <a:cs typeface="Times New Roman"/>
                <a:sym typeface="Times New Roman"/>
              </a:rPr>
              <a:t>educational purposes only. </a:t>
            </a:r>
            <a:r>
              <a:rPr lang="en-US" sz="1200" b="0" i="0" u="none" strike="noStrike" cap="none">
                <a:solidFill>
                  <a:schemeClr val="dk1"/>
                </a:solidFill>
                <a:latin typeface="Times New Roman"/>
                <a:ea typeface="Times New Roman"/>
                <a:cs typeface="Times New Roman"/>
                <a:sym typeface="Times New Roman"/>
              </a:rPr>
              <a:t>No information presented constitutes a recommendation by SMB TRAINING or its affiliates to buy, sell or hold any security, financial product or instrument discussed therein or to engage in any specific investment strategy. The content neither is, nor should be construed as, an offer, or a solicitation of an offer, to buy, sell, or hold any securities. You are fully responsible for any investment decisions you make. Such decisions should be based solely on your evaluation of your financial circumstances. Such decisions should be based solely on your evaluation of your financial circumstances, investment objectives, risk tolerance and liquidity needs.</a:t>
            </a:r>
            <a:endParaRPr/>
          </a:p>
          <a:p>
            <a:pPr marL="561670" marR="0" lvl="0" indent="-462914" algn="l" rtl="0">
              <a:spcBef>
                <a:spcPts val="720"/>
              </a:spcBef>
              <a:spcAft>
                <a:spcPts val="0"/>
              </a:spcAft>
              <a:buNone/>
            </a:pPr>
            <a:r>
              <a:rPr lang="en-US" sz="1200" b="0" i="0" u="none" strike="noStrike" cap="none">
                <a:solidFill>
                  <a:schemeClr val="dk1"/>
                </a:solidFill>
                <a:latin typeface="Times New Roman"/>
                <a:ea typeface="Times New Roman"/>
                <a:cs typeface="Times New Roman"/>
                <a:sym typeface="Times New Roman"/>
              </a:rPr>
              <a:t>SMB Training and SMB Capital Management, LLC are separate but affiliated companies.</a:t>
            </a:r>
            <a:endParaRPr/>
          </a:p>
          <a:p>
            <a:pPr marL="561670" marR="0" lvl="0" indent="-462914" algn="l" rtl="0">
              <a:spcBef>
                <a:spcPts val="720"/>
              </a:spcBef>
              <a:spcAft>
                <a:spcPts val="0"/>
              </a:spcAft>
              <a:buNone/>
            </a:pPr>
            <a:r>
              <a:rPr lang="en-US" sz="1200" b="0" i="0" u="none" strike="noStrike" cap="none">
                <a:solidFill>
                  <a:schemeClr val="dk1"/>
                </a:solidFill>
                <a:latin typeface="Times New Roman"/>
                <a:ea typeface="Times New Roman"/>
                <a:cs typeface="Times New Roman"/>
                <a:sym typeface="Times New Roman"/>
              </a:rPr>
              <a:t>No relevant positions</a:t>
            </a:r>
            <a:endParaRPr/>
          </a:p>
          <a:p>
            <a:pPr marL="561670" marR="0" lvl="0" indent="-462914" algn="l" rtl="0">
              <a:spcBef>
                <a:spcPts val="720"/>
              </a:spcBef>
              <a:spcAft>
                <a:spcPts val="0"/>
              </a:spcAft>
              <a:buNone/>
            </a:pPr>
            <a:r>
              <a:rPr lang="en-US" sz="1200" b="0" i="0" u="none" strike="noStrike" cap="none">
                <a:solidFill>
                  <a:schemeClr val="dk1"/>
                </a:solidFill>
                <a:latin typeface="Times New Roman"/>
                <a:ea typeface="Times New Roman"/>
                <a:cs typeface="Times New Roman"/>
                <a:sym typeface="Times New Roman"/>
              </a:rPr>
              <a:t>Please note: Hypothetical computer simulated performance results are believed to be accurately presented. However, they are not guaranteed as to accuracy or completeness and are subject to change without any notice. Hypothetical or simulated performance results have certain inherent limitations. Unlike an actual performance record, simulated results do not represent actual trading. Since, also, the trades have not actually been executed; the results may have been under or over compensated for the impact, if any, of certain market factors such as liquidity, slippage and commissions. Simulated trading programs in general are also subject to the fact that they are designed with the benefit of hindsight. No representation is being made that any portfolio will, or is likely to achieve profits or losses similar to those shown. All investments and trades carry risks.” </a:t>
            </a:r>
            <a:endParaRPr/>
          </a:p>
          <a:p>
            <a:pPr marL="561670" marR="0" lvl="0" indent="-462914" algn="l" rtl="0">
              <a:spcBef>
                <a:spcPts val="720"/>
              </a:spcBef>
              <a:spcAft>
                <a:spcPts val="0"/>
              </a:spcAft>
              <a:buNone/>
            </a:pPr>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6"/>
          <p:cNvSpPr txBox="1">
            <a:spLocks noGrp="1"/>
          </p:cNvSpPr>
          <p:nvPr>
            <p:ph type="title"/>
          </p:nvPr>
        </p:nvSpPr>
        <p:spPr>
          <a:xfrm>
            <a:off x="457200" y="99725"/>
            <a:ext cx="8229600" cy="50987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US" sz="4400" b="1" i="0" u="none" strike="noStrike" cap="none" dirty="0">
                <a:solidFill>
                  <a:schemeClr val="dk1"/>
                </a:solidFill>
                <a:latin typeface="Calibri"/>
                <a:ea typeface="Calibri"/>
                <a:cs typeface="Calibri"/>
                <a:sym typeface="Calibri"/>
              </a:rPr>
              <a:t>Big Picture</a:t>
            </a:r>
            <a:endParaRPr sz="4400" b="0" i="0" u="none" strike="noStrike" cap="none" dirty="0">
              <a:solidFill>
                <a:schemeClr val="dk1"/>
              </a:solidFill>
              <a:latin typeface="Calibri"/>
              <a:ea typeface="Calibri"/>
              <a:cs typeface="Calibri"/>
              <a:sym typeface="Calibri"/>
            </a:endParaRPr>
          </a:p>
        </p:txBody>
      </p:sp>
      <p:sp>
        <p:nvSpPr>
          <p:cNvPr id="102" name="Google Shape;102;p16"/>
          <p:cNvSpPr txBox="1">
            <a:spLocks noGrp="1"/>
          </p:cNvSpPr>
          <p:nvPr>
            <p:ph type="body" idx="1"/>
          </p:nvPr>
        </p:nvSpPr>
        <p:spPr>
          <a:xfrm>
            <a:off x="457200" y="4552950"/>
            <a:ext cx="8229600" cy="1465943"/>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dk1"/>
              </a:buClr>
              <a:buSzPts val="3200"/>
              <a:buFont typeface="Arial"/>
              <a:buChar char="•"/>
            </a:pPr>
            <a:r>
              <a:rPr lang="en-US" sz="3200" b="0" i="0" u="none" strike="noStrike" cap="none" dirty="0">
                <a:solidFill>
                  <a:schemeClr val="dk1"/>
                </a:solidFill>
                <a:latin typeface="Calibri"/>
                <a:ea typeface="Calibri"/>
                <a:cs typeface="Calibri"/>
                <a:sym typeface="Calibri"/>
              </a:rPr>
              <a:t>SPY’s are in a choppy market with the trade war news however it has calmed down slightly recently. Trading near all time highs resistance </a:t>
            </a:r>
            <a:endParaRPr sz="3200" b="0" i="0" u="none" strike="noStrike" cap="none" dirty="0">
              <a:solidFill>
                <a:schemeClr val="dk1"/>
              </a:solidFill>
              <a:latin typeface="Calibri"/>
              <a:ea typeface="Calibri"/>
              <a:cs typeface="Calibri"/>
              <a:sym typeface="Calibri"/>
            </a:endParaRPr>
          </a:p>
        </p:txBody>
      </p:sp>
      <p:pic>
        <p:nvPicPr>
          <p:cNvPr id="3" name="Picture 2" descr="A screenshot of a computer&#10;&#10;Description automatically generated">
            <a:extLst>
              <a:ext uri="{FF2B5EF4-FFF2-40B4-BE49-F238E27FC236}">
                <a16:creationId xmlns:a16="http://schemas.microsoft.com/office/drawing/2014/main" id="{665E21C1-3AE6-4B69-8A37-21F4BDDC30C8}"/>
              </a:ext>
            </a:extLst>
          </p:cNvPr>
          <p:cNvPicPr>
            <a:picLocks noChangeAspect="1"/>
          </p:cNvPicPr>
          <p:nvPr/>
        </p:nvPicPr>
        <p:blipFill>
          <a:blip r:embed="rId3"/>
          <a:stretch>
            <a:fillRect/>
          </a:stretch>
        </p:blipFill>
        <p:spPr>
          <a:xfrm>
            <a:off x="0" y="705852"/>
            <a:ext cx="9144000" cy="39423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7"/>
          <p:cNvSpPr txBox="1">
            <a:spLocks noGrp="1"/>
          </p:cNvSpPr>
          <p:nvPr>
            <p:ph type="title"/>
          </p:nvPr>
        </p:nvSpPr>
        <p:spPr>
          <a:xfrm>
            <a:off x="457200" y="198438"/>
            <a:ext cx="8229600" cy="534987"/>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US" sz="4400" b="1" i="0" u="none" strike="noStrike" cap="none" dirty="0">
                <a:solidFill>
                  <a:schemeClr val="dk1"/>
                </a:solidFill>
                <a:latin typeface="Calibri"/>
                <a:ea typeface="Calibri"/>
                <a:cs typeface="Calibri"/>
                <a:sym typeface="Calibri"/>
              </a:rPr>
              <a:t>Intraday Fundamentals</a:t>
            </a:r>
            <a:endParaRPr sz="4400" b="0" i="0" u="none" strike="noStrike" cap="none" dirty="0">
              <a:solidFill>
                <a:schemeClr val="dk1"/>
              </a:solidFill>
              <a:latin typeface="Calibri"/>
              <a:ea typeface="Calibri"/>
              <a:cs typeface="Calibri"/>
              <a:sym typeface="Calibri"/>
            </a:endParaRPr>
          </a:p>
        </p:txBody>
      </p:sp>
      <p:sp>
        <p:nvSpPr>
          <p:cNvPr id="108" name="Google Shape;108;p17"/>
          <p:cNvSpPr txBox="1">
            <a:spLocks noGrp="1"/>
          </p:cNvSpPr>
          <p:nvPr>
            <p:ph type="body" idx="1"/>
          </p:nvPr>
        </p:nvSpPr>
        <p:spPr>
          <a:xfrm>
            <a:off x="457200" y="838201"/>
            <a:ext cx="8229600" cy="467473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200"/>
              <a:buFont typeface="Arial"/>
              <a:buNone/>
            </a:pPr>
            <a:r>
              <a:rPr lang="en-US" sz="2200" b="0" i="0" u="none" strike="noStrike" cap="none" dirty="0">
                <a:solidFill>
                  <a:schemeClr val="dk1"/>
                </a:solidFill>
                <a:latin typeface="Calibri"/>
                <a:ea typeface="Calibri"/>
                <a:cs typeface="Calibri"/>
                <a:sym typeface="Calibri"/>
              </a:rPr>
              <a:t>LYFT came out mid day and said they will be profitable in Q4 of 2021, a year before analysts expected when speaking with the </a:t>
            </a:r>
            <a:r>
              <a:rPr lang="en-US" sz="2200" dirty="0"/>
              <a:t>W</a:t>
            </a:r>
            <a:r>
              <a:rPr lang="en-US" sz="2200" b="0" i="0" u="none" strike="noStrike" cap="none" dirty="0">
                <a:solidFill>
                  <a:schemeClr val="dk1"/>
                </a:solidFill>
                <a:latin typeface="Calibri"/>
                <a:ea typeface="Calibri"/>
                <a:cs typeface="Calibri"/>
                <a:sym typeface="Calibri"/>
              </a:rPr>
              <a:t>all </a:t>
            </a:r>
            <a:r>
              <a:rPr lang="en-US" sz="2200" dirty="0"/>
              <a:t>S</a:t>
            </a:r>
            <a:r>
              <a:rPr lang="en-US" sz="2200" b="0" i="0" u="none" strike="noStrike" cap="none" dirty="0">
                <a:solidFill>
                  <a:schemeClr val="dk1"/>
                </a:solidFill>
                <a:latin typeface="Calibri"/>
                <a:ea typeface="Calibri"/>
                <a:cs typeface="Calibri"/>
                <a:sym typeface="Calibri"/>
              </a:rPr>
              <a:t>treet Journal’s Tech Live. This was big news since one of the biggest concerns for many of these new companies/IPO’s is their profitability especially in the ride sharing space with Uber and Lyft.</a:t>
            </a:r>
            <a:endParaRPr sz="2200" b="0" i="0" u="none" strike="noStrike" cap="none" dirty="0">
              <a:solidFill>
                <a:schemeClr val="dk1"/>
              </a:solidFill>
              <a:latin typeface="Calibri"/>
              <a:ea typeface="Calibri"/>
              <a:cs typeface="Calibri"/>
              <a:sym typeface="Calibri"/>
            </a:endParaRPr>
          </a:p>
          <a:p>
            <a:pPr marL="342900" indent="-342900">
              <a:spcBef>
                <a:spcPts val="480"/>
              </a:spcBef>
              <a:buSzPts val="2400"/>
            </a:pPr>
            <a:r>
              <a:rPr lang="en-US" sz="2400" b="0" i="0" u="none" strike="noStrike" cap="none" dirty="0">
                <a:solidFill>
                  <a:schemeClr val="dk1"/>
                </a:solidFill>
                <a:latin typeface="Calibri"/>
                <a:ea typeface="Calibri"/>
                <a:cs typeface="Calibri"/>
                <a:sym typeface="Calibri"/>
              </a:rPr>
              <a:t>ATR – 1.86</a:t>
            </a:r>
          </a:p>
          <a:p>
            <a:pPr marL="342900" indent="-342900">
              <a:spcBef>
                <a:spcPts val="480"/>
              </a:spcBef>
              <a:buSzPts val="2400"/>
            </a:pPr>
            <a:r>
              <a:rPr lang="en-US" sz="2400" dirty="0"/>
              <a:t>RVOL - 5</a:t>
            </a:r>
            <a:endParaRPr lang="en-US" sz="2400" b="0" i="0" u="none" strike="noStrike" cap="none" dirty="0">
              <a:solidFill>
                <a:schemeClr val="dk1"/>
              </a:solidFill>
              <a:latin typeface="Calibri"/>
              <a:ea typeface="Calibri"/>
              <a:cs typeface="Calibri"/>
              <a:sym typeface="Calibri"/>
            </a:endParaRPr>
          </a:p>
          <a:p>
            <a:pPr marL="342900" marR="0" lvl="0" indent="-342900" algn="l" rtl="0">
              <a:spcBef>
                <a:spcPts val="480"/>
              </a:spcBef>
              <a:spcAft>
                <a:spcPts val="0"/>
              </a:spcAft>
              <a:buClr>
                <a:schemeClr val="dk1"/>
              </a:buClr>
              <a:buSzPts val="2400"/>
              <a:buFont typeface="Arial"/>
              <a:buChar char="•"/>
            </a:pPr>
            <a:r>
              <a:rPr lang="en-US" sz="2400" dirty="0"/>
              <a:t>AVOL – 6.4M</a:t>
            </a:r>
          </a:p>
          <a:p>
            <a:pPr marL="342900" marR="0" lvl="0" indent="-342900" algn="l" rtl="0">
              <a:spcBef>
                <a:spcPts val="480"/>
              </a:spcBef>
              <a:spcAft>
                <a:spcPts val="0"/>
              </a:spcAft>
              <a:buClr>
                <a:schemeClr val="dk1"/>
              </a:buClr>
              <a:buSzPts val="2400"/>
              <a:buFont typeface="Arial"/>
              <a:buChar char="•"/>
            </a:pPr>
            <a:r>
              <a:rPr lang="en-US" sz="2400" dirty="0"/>
              <a:t>Float – 196M</a:t>
            </a:r>
          </a:p>
          <a:p>
            <a:pPr marL="342900" marR="0" lvl="0" indent="-342900" algn="l" rtl="0">
              <a:spcBef>
                <a:spcPts val="480"/>
              </a:spcBef>
              <a:spcAft>
                <a:spcPts val="0"/>
              </a:spcAft>
              <a:buClr>
                <a:schemeClr val="dk1"/>
              </a:buClr>
              <a:buSzPts val="2400"/>
              <a:buFont typeface="Arial"/>
              <a:buChar char="•"/>
            </a:pPr>
            <a:r>
              <a:rPr lang="en-US" sz="2400" b="0" i="0" u="none" strike="noStrike" cap="none" dirty="0">
                <a:solidFill>
                  <a:schemeClr val="dk1"/>
                </a:solidFill>
                <a:latin typeface="Calibri"/>
                <a:ea typeface="Calibri"/>
                <a:cs typeface="Calibri"/>
                <a:sym typeface="Calibri"/>
              </a:rPr>
              <a:t>Inst Own</a:t>
            </a:r>
            <a:r>
              <a:rPr lang="en-US" sz="2400" dirty="0"/>
              <a:t>ership – 36%</a:t>
            </a:r>
          </a:p>
          <a:p>
            <a:pPr marL="342900" marR="0" lvl="0" indent="-342900" algn="l" rtl="0">
              <a:spcBef>
                <a:spcPts val="480"/>
              </a:spcBef>
              <a:spcAft>
                <a:spcPts val="0"/>
              </a:spcAft>
              <a:buClr>
                <a:schemeClr val="dk1"/>
              </a:buClr>
              <a:buSzPts val="2400"/>
              <a:buFont typeface="Arial"/>
              <a:buChar char="•"/>
            </a:pPr>
            <a:r>
              <a:rPr lang="en-US" sz="2400" dirty="0"/>
              <a:t>Short Float – 10%</a:t>
            </a:r>
          </a:p>
          <a:p>
            <a:pPr marL="342900" marR="0" lvl="0" indent="-342900" algn="l" rtl="0">
              <a:spcBef>
                <a:spcPts val="480"/>
              </a:spcBef>
              <a:spcAft>
                <a:spcPts val="0"/>
              </a:spcAft>
              <a:buClr>
                <a:schemeClr val="dk1"/>
              </a:buClr>
              <a:buSzPts val="2400"/>
              <a:buFont typeface="Arial"/>
              <a:buChar char="•"/>
            </a:pPr>
            <a:endParaRPr sz="24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8"/>
          <p:cNvSpPr txBox="1">
            <a:spLocks noGrp="1"/>
          </p:cNvSpPr>
          <p:nvPr>
            <p:ph type="title"/>
          </p:nvPr>
        </p:nvSpPr>
        <p:spPr>
          <a:xfrm>
            <a:off x="457200" y="144011"/>
            <a:ext cx="8229600" cy="50369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US" sz="4400" b="1" i="0" u="none" strike="noStrike" cap="none" dirty="0">
                <a:solidFill>
                  <a:schemeClr val="dk1"/>
                </a:solidFill>
                <a:latin typeface="Calibri"/>
                <a:ea typeface="Calibri"/>
                <a:cs typeface="Calibri"/>
                <a:sym typeface="Calibri"/>
              </a:rPr>
              <a:t>Technical Analysis Since IPO</a:t>
            </a:r>
            <a:endParaRPr sz="4400" b="0" i="0" u="none" strike="noStrike" cap="none" dirty="0">
              <a:solidFill>
                <a:schemeClr val="dk1"/>
              </a:solidFill>
              <a:latin typeface="Calibri"/>
              <a:ea typeface="Calibri"/>
              <a:cs typeface="Calibri"/>
              <a:sym typeface="Calibri"/>
            </a:endParaRPr>
          </a:p>
        </p:txBody>
      </p:sp>
      <p:pic>
        <p:nvPicPr>
          <p:cNvPr id="6" name="Picture 5" descr="A screenshot of a computer&#10;&#10;Description automatically generated">
            <a:extLst>
              <a:ext uri="{FF2B5EF4-FFF2-40B4-BE49-F238E27FC236}">
                <a16:creationId xmlns:a16="http://schemas.microsoft.com/office/drawing/2014/main" id="{B7B31042-F491-48F2-8240-4FBF6EA40816}"/>
              </a:ext>
            </a:extLst>
          </p:cNvPr>
          <p:cNvPicPr>
            <a:picLocks noChangeAspect="1"/>
          </p:cNvPicPr>
          <p:nvPr/>
        </p:nvPicPr>
        <p:blipFill>
          <a:blip r:embed="rId3"/>
          <a:stretch>
            <a:fillRect/>
          </a:stretch>
        </p:blipFill>
        <p:spPr>
          <a:xfrm>
            <a:off x="0" y="742950"/>
            <a:ext cx="9144000" cy="513380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9"/>
          <p:cNvSpPr txBox="1">
            <a:spLocks noGrp="1"/>
          </p:cNvSpPr>
          <p:nvPr>
            <p:ph type="title"/>
          </p:nvPr>
        </p:nvSpPr>
        <p:spPr>
          <a:xfrm>
            <a:off x="457200" y="121541"/>
            <a:ext cx="8229600" cy="488059"/>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US" sz="4400" b="1" i="0" u="none" strike="noStrike" cap="none" dirty="0">
                <a:solidFill>
                  <a:schemeClr val="dk1"/>
                </a:solidFill>
                <a:latin typeface="Calibri"/>
                <a:ea typeface="Calibri"/>
                <a:cs typeface="Calibri"/>
                <a:sym typeface="Calibri"/>
              </a:rPr>
              <a:t>Technical Analysis 1 Month</a:t>
            </a:r>
            <a:endParaRPr sz="4400" b="0" i="0" u="none" strike="noStrike" cap="none" dirty="0">
              <a:solidFill>
                <a:schemeClr val="dk1"/>
              </a:solidFill>
              <a:latin typeface="Calibri"/>
              <a:ea typeface="Calibri"/>
              <a:cs typeface="Calibri"/>
              <a:sym typeface="Calibri"/>
            </a:endParaRPr>
          </a:p>
        </p:txBody>
      </p:sp>
      <p:pic>
        <p:nvPicPr>
          <p:cNvPr id="4" name="Picture 3" descr="A close up of electronics&#10;&#10;Description automatically generated">
            <a:extLst>
              <a:ext uri="{FF2B5EF4-FFF2-40B4-BE49-F238E27FC236}">
                <a16:creationId xmlns:a16="http://schemas.microsoft.com/office/drawing/2014/main" id="{9D00A620-BDA0-421E-A73F-3AED6DAAEF52}"/>
              </a:ext>
            </a:extLst>
          </p:cNvPr>
          <p:cNvPicPr>
            <a:picLocks noChangeAspect="1"/>
          </p:cNvPicPr>
          <p:nvPr/>
        </p:nvPicPr>
        <p:blipFill>
          <a:blip r:embed="rId3"/>
          <a:stretch>
            <a:fillRect/>
          </a:stretch>
        </p:blipFill>
        <p:spPr>
          <a:xfrm>
            <a:off x="0" y="704851"/>
            <a:ext cx="9144000" cy="52387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txBox="1">
            <a:spLocks noGrp="1"/>
          </p:cNvSpPr>
          <p:nvPr>
            <p:ph type="title"/>
          </p:nvPr>
        </p:nvSpPr>
        <p:spPr>
          <a:xfrm>
            <a:off x="457200" y="158523"/>
            <a:ext cx="8229600" cy="36535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US" sz="4400" b="1" i="0" u="none" strike="noStrike" cap="none" dirty="0">
                <a:solidFill>
                  <a:schemeClr val="dk1"/>
                </a:solidFill>
                <a:latin typeface="Calibri"/>
                <a:ea typeface="Calibri"/>
                <a:cs typeface="Calibri"/>
                <a:sym typeface="Calibri"/>
              </a:rPr>
              <a:t>Setup</a:t>
            </a:r>
            <a:endParaRPr sz="4400" b="0" i="0" u="none" strike="noStrike" cap="none" dirty="0">
              <a:solidFill>
                <a:schemeClr val="dk1"/>
              </a:solidFill>
              <a:latin typeface="Calibri"/>
              <a:ea typeface="Calibri"/>
              <a:cs typeface="Calibri"/>
              <a:sym typeface="Calibri"/>
            </a:endParaRPr>
          </a:p>
        </p:txBody>
      </p:sp>
      <p:pic>
        <p:nvPicPr>
          <p:cNvPr id="4" name="Picture 3" descr="A screen shot of a computer&#10;&#10;Description automatically generated">
            <a:extLst>
              <a:ext uri="{FF2B5EF4-FFF2-40B4-BE49-F238E27FC236}">
                <a16:creationId xmlns:a16="http://schemas.microsoft.com/office/drawing/2014/main" id="{66157A1C-18A6-4EBB-AE64-ADD3F638B8E6}"/>
              </a:ext>
            </a:extLst>
          </p:cNvPr>
          <p:cNvPicPr>
            <a:picLocks noChangeAspect="1"/>
          </p:cNvPicPr>
          <p:nvPr/>
        </p:nvPicPr>
        <p:blipFill>
          <a:blip r:embed="rId3"/>
          <a:stretch>
            <a:fillRect/>
          </a:stretch>
        </p:blipFill>
        <p:spPr>
          <a:xfrm>
            <a:off x="0" y="685800"/>
            <a:ext cx="9144000" cy="52387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2"/>
          <p:cNvSpPr txBox="1">
            <a:spLocks noGrp="1"/>
          </p:cNvSpPr>
          <p:nvPr>
            <p:ph type="title"/>
          </p:nvPr>
        </p:nvSpPr>
        <p:spPr>
          <a:xfrm>
            <a:off x="457200" y="133350"/>
            <a:ext cx="8229600" cy="419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US" sz="4400" b="1" i="0" u="none" strike="noStrike" cap="none" dirty="0">
                <a:solidFill>
                  <a:schemeClr val="dk1"/>
                </a:solidFill>
                <a:latin typeface="Calibri"/>
                <a:ea typeface="Calibri"/>
                <a:cs typeface="Calibri"/>
                <a:sym typeface="Calibri"/>
              </a:rPr>
              <a:t>Trade Management</a:t>
            </a:r>
            <a:endParaRPr sz="4400" b="0" i="0" u="none" strike="noStrike" cap="none" dirty="0">
              <a:solidFill>
                <a:schemeClr val="dk1"/>
              </a:solidFill>
              <a:latin typeface="Calibri"/>
              <a:ea typeface="Calibri"/>
              <a:cs typeface="Calibri"/>
              <a:sym typeface="Calibri"/>
            </a:endParaRPr>
          </a:p>
        </p:txBody>
      </p:sp>
      <p:pic>
        <p:nvPicPr>
          <p:cNvPr id="3" name="Picture 2" descr="A screenshot of a computer&#10;&#10;Description automatically generated">
            <a:extLst>
              <a:ext uri="{FF2B5EF4-FFF2-40B4-BE49-F238E27FC236}">
                <a16:creationId xmlns:a16="http://schemas.microsoft.com/office/drawing/2014/main" id="{BA9666E1-C45B-411B-A076-3A119B2F644E}"/>
              </a:ext>
            </a:extLst>
          </p:cNvPr>
          <p:cNvPicPr>
            <a:picLocks noChangeAspect="1"/>
          </p:cNvPicPr>
          <p:nvPr/>
        </p:nvPicPr>
        <p:blipFill>
          <a:blip r:embed="rId3"/>
          <a:stretch>
            <a:fillRect/>
          </a:stretch>
        </p:blipFill>
        <p:spPr>
          <a:xfrm>
            <a:off x="0" y="676275"/>
            <a:ext cx="9144000" cy="52577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46;p22">
            <a:extLst>
              <a:ext uri="{FF2B5EF4-FFF2-40B4-BE49-F238E27FC236}">
                <a16:creationId xmlns:a16="http://schemas.microsoft.com/office/drawing/2014/main" id="{34454A9A-BA48-453A-9955-6CE49719A9AB}"/>
              </a:ext>
            </a:extLst>
          </p:cNvPr>
          <p:cNvSpPr txBox="1">
            <a:spLocks noGrp="1"/>
          </p:cNvSpPr>
          <p:nvPr>
            <p:ph type="title"/>
          </p:nvPr>
        </p:nvSpPr>
        <p:spPr>
          <a:xfrm>
            <a:off x="457200" y="133350"/>
            <a:ext cx="8229600" cy="4191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4400"/>
              <a:buFont typeface="Calibri"/>
              <a:buNone/>
            </a:pPr>
            <a:r>
              <a:rPr lang="en-US" sz="4400" b="1" i="0" u="none" strike="noStrike" cap="none" dirty="0">
                <a:solidFill>
                  <a:schemeClr val="dk1"/>
                </a:solidFill>
                <a:latin typeface="Calibri"/>
                <a:ea typeface="Calibri"/>
                <a:cs typeface="Calibri"/>
                <a:sym typeface="Calibri"/>
              </a:rPr>
              <a:t>Trade Management</a:t>
            </a:r>
            <a:endParaRPr sz="4400" b="0" i="0" u="none" strike="noStrike" cap="none" dirty="0">
              <a:solidFill>
                <a:schemeClr val="dk1"/>
              </a:solidFill>
              <a:latin typeface="Calibri"/>
              <a:ea typeface="Calibri"/>
              <a:cs typeface="Calibri"/>
              <a:sym typeface="Calibri"/>
            </a:endParaRPr>
          </a:p>
        </p:txBody>
      </p:sp>
      <p:pic>
        <p:nvPicPr>
          <p:cNvPr id="6" name="Picture 5" descr="A screen shot of a computer&#10;&#10;Description automatically generated">
            <a:extLst>
              <a:ext uri="{FF2B5EF4-FFF2-40B4-BE49-F238E27FC236}">
                <a16:creationId xmlns:a16="http://schemas.microsoft.com/office/drawing/2014/main" id="{8FCAB4FA-802B-4585-8D63-FB29771AFA49}"/>
              </a:ext>
            </a:extLst>
          </p:cNvPr>
          <p:cNvPicPr>
            <a:picLocks noChangeAspect="1"/>
          </p:cNvPicPr>
          <p:nvPr/>
        </p:nvPicPr>
        <p:blipFill>
          <a:blip r:embed="rId2"/>
          <a:stretch>
            <a:fillRect/>
          </a:stretch>
        </p:blipFill>
        <p:spPr>
          <a:xfrm>
            <a:off x="0" y="666750"/>
            <a:ext cx="9144000" cy="5238749"/>
          </a:xfrm>
          <a:prstGeom prst="rect">
            <a:avLst/>
          </a:prstGeom>
        </p:spPr>
      </p:pic>
    </p:spTree>
    <p:extLst>
      <p:ext uri="{BB962C8B-B14F-4D97-AF65-F5344CB8AC3E}">
        <p14:creationId xmlns:p14="http://schemas.microsoft.com/office/powerpoint/2010/main" val="2730549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3"/>
          <p:cNvSpPr txBox="1">
            <a:spLocks noGrp="1"/>
          </p:cNvSpPr>
          <p:nvPr>
            <p:ph type="title"/>
          </p:nvPr>
        </p:nvSpPr>
        <p:spPr>
          <a:xfrm>
            <a:off x="457200" y="274638"/>
            <a:ext cx="8229600" cy="755876"/>
          </a:xfrm>
          <a:prstGeom prst="rect">
            <a:avLst/>
          </a:prstGeom>
        </p:spPr>
        <p:txBody>
          <a:bodyPr spcFirstLastPara="1" wrap="square" lIns="91425" tIns="45700" rIns="91425" bIns="45700" anchor="ctr" anchorCtr="0">
            <a:noAutofit/>
          </a:bodyPr>
          <a:lstStyle/>
          <a:p>
            <a:pPr marL="0" lvl="0" indent="0">
              <a:spcBef>
                <a:spcPts val="0"/>
              </a:spcBef>
              <a:spcAft>
                <a:spcPts val="0"/>
              </a:spcAft>
              <a:buNone/>
            </a:pPr>
            <a:r>
              <a:rPr lang="en-US" dirty="0"/>
              <a:t>Trade Variables</a:t>
            </a:r>
            <a:endParaRPr dirty="0"/>
          </a:p>
        </p:txBody>
      </p:sp>
      <p:sp>
        <p:nvSpPr>
          <p:cNvPr id="153" name="Google Shape;153;p23"/>
          <p:cNvSpPr txBox="1">
            <a:spLocks noGrp="1"/>
          </p:cNvSpPr>
          <p:nvPr>
            <p:ph type="body" idx="1"/>
          </p:nvPr>
        </p:nvSpPr>
        <p:spPr>
          <a:xfrm>
            <a:off x="457200" y="861149"/>
            <a:ext cx="8229600" cy="4770393"/>
          </a:xfrm>
          <a:prstGeom prst="rect">
            <a:avLst/>
          </a:prstGeom>
        </p:spPr>
        <p:txBody>
          <a:bodyPr spcFirstLastPara="1" wrap="square" lIns="91425" tIns="45700" rIns="91425" bIns="45700" anchor="t" anchorCtr="0">
            <a:noAutofit/>
          </a:bodyPr>
          <a:lstStyle/>
          <a:p>
            <a:pPr indent="-457200"/>
            <a:r>
              <a:rPr lang="en-US" dirty="0"/>
              <a:t>Breaking news that changes the fundamentals of the company</a:t>
            </a:r>
          </a:p>
          <a:p>
            <a:pPr indent="-457200"/>
            <a:r>
              <a:rPr lang="en-US" dirty="0"/>
              <a:t>RVOL – &gt; 3</a:t>
            </a:r>
          </a:p>
          <a:p>
            <a:pPr indent="-457200"/>
            <a:r>
              <a:rPr lang="en-US" dirty="0"/>
              <a:t>Identifiable levels</a:t>
            </a:r>
          </a:p>
          <a:p>
            <a:pPr indent="-457200"/>
            <a:r>
              <a:rPr lang="en-US" dirty="0"/>
              <a:t>Know the risk</a:t>
            </a:r>
          </a:p>
          <a:p>
            <a:pPr lvl="1" indent="-457200"/>
            <a:r>
              <a:rPr lang="en-US" dirty="0" err="1"/>
              <a:t>Whats</a:t>
            </a:r>
            <a:r>
              <a:rPr lang="en-US" dirty="0"/>
              <a:t> the tape </a:t>
            </a:r>
            <a:r>
              <a:rPr lang="en-US" dirty="0" err="1"/>
              <a:t>pullin</a:t>
            </a:r>
            <a:r>
              <a:rPr lang="en-US" dirty="0"/>
              <a:t> look like</a:t>
            </a:r>
          </a:p>
          <a:p>
            <a:pPr lvl="1" indent="-457200"/>
            <a:r>
              <a:rPr lang="en-US" dirty="0"/>
              <a:t>Where are the bids supporting when it starts to work</a:t>
            </a:r>
          </a:p>
        </p:txBody>
      </p:sp>
    </p:spTree>
  </p:cSld>
  <p:clrMapOvr>
    <a:masterClrMapping/>
  </p:clrMapOvr>
</p:sld>
</file>

<file path=ppt/theme/theme1.xml><?xml version="1.0" encoding="utf-8"?>
<a:theme xmlns:a="http://schemas.openxmlformats.org/drawingml/2006/main" name="Tema de Office">
  <a:themeElements>
    <a:clrScheme name="Personalizado 32">
      <a:dk1>
        <a:srgbClr val="002060"/>
      </a:dk1>
      <a:lt1>
        <a:srgbClr val="FFFFFF"/>
      </a:lt1>
      <a:dk2>
        <a:srgbClr val="004E6C"/>
      </a:dk2>
      <a:lt2>
        <a:srgbClr val="FFFFFF"/>
      </a:lt2>
      <a:accent1>
        <a:srgbClr val="00153E"/>
      </a:accent1>
      <a:accent2>
        <a:srgbClr val="003A51"/>
      </a:accent2>
      <a:accent3>
        <a:srgbClr val="005070"/>
      </a:accent3>
      <a:accent4>
        <a:srgbClr val="05676B"/>
      </a:accent4>
      <a:accent5>
        <a:srgbClr val="89DEFF"/>
      </a:accent5>
      <a:accent6>
        <a:srgbClr val="93F5F9"/>
      </a:accent6>
      <a:hlink>
        <a:srgbClr val="FF6600"/>
      </a:hlink>
      <a:folHlink>
        <a:srgbClr val="CC00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206</TotalTime>
  <Words>597</Words>
  <Application>Microsoft Office PowerPoint</Application>
  <PresentationFormat>On-screen Show (4:3)</PresentationFormat>
  <Paragraphs>34</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Tema de Office</vt:lpstr>
      <vt:lpstr>Breaking News</vt:lpstr>
      <vt:lpstr>PowerPoint Presentation</vt:lpstr>
      <vt:lpstr>Big Picture</vt:lpstr>
      <vt:lpstr>Intraday Fundamentals</vt:lpstr>
      <vt:lpstr>Technical Analysis Since IPO</vt:lpstr>
      <vt:lpstr>Technical Analysis 1 Month</vt:lpstr>
      <vt:lpstr>Setup</vt:lpstr>
      <vt:lpstr>Trade Management</vt:lpstr>
      <vt:lpstr>Trade Management</vt:lpstr>
      <vt:lpstr>Trade Variables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Changing Fundamentals</dc:title>
  <cp:lastModifiedBy>Kyle Hughes</cp:lastModifiedBy>
  <cp:revision>26</cp:revision>
  <dcterms:modified xsi:type="dcterms:W3CDTF">2019-10-22T22:12:00Z</dcterms:modified>
</cp:coreProperties>
</file>